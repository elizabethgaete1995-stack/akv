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88E778-BBD0-4E46-837B-72AD2E0350F4}" v="7" dt="2019-11-21T15:27:51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Fernandez Rubio" userId="4d601e50-fd00-4ba1-803a-9da20cadd6cf" providerId="ADAL" clId="{2288E778-BBD0-4E46-837B-72AD2E0350F4}"/>
    <pc:docChg chg="undo custSel addSld delSld modSld">
      <pc:chgData name="Daniel Fernandez Rubio" userId="4d601e50-fd00-4ba1-803a-9da20cadd6cf" providerId="ADAL" clId="{2288E778-BBD0-4E46-837B-72AD2E0350F4}" dt="2019-11-21T15:28:10.662" v="154" actId="1076"/>
      <pc:docMkLst>
        <pc:docMk/>
      </pc:docMkLst>
      <pc:sldChg chg="modSp mod">
        <pc:chgData name="Daniel Fernandez Rubio" userId="4d601e50-fd00-4ba1-803a-9da20cadd6cf" providerId="ADAL" clId="{2288E778-BBD0-4E46-837B-72AD2E0350F4}" dt="2019-11-21T15:20:55.667" v="5" actId="1076"/>
        <pc:sldMkLst>
          <pc:docMk/>
          <pc:sldMk cId="2594915122" sldId="256"/>
        </pc:sldMkLst>
        <pc:spChg chg="mod">
          <ac:chgData name="Daniel Fernandez Rubio" userId="4d601e50-fd00-4ba1-803a-9da20cadd6cf" providerId="ADAL" clId="{2288E778-BBD0-4E46-837B-72AD2E0350F4}" dt="2019-11-21T15:20:55.667" v="5" actId="1076"/>
          <ac:spMkLst>
            <pc:docMk/>
            <pc:sldMk cId="2594915122" sldId="256"/>
            <ac:spMk id="9" creationId="{00000000-0000-0000-0000-000000000000}"/>
          </ac:spMkLst>
        </pc:spChg>
      </pc:sldChg>
      <pc:sldChg chg="del">
        <pc:chgData name="Daniel Fernandez Rubio" userId="4d601e50-fd00-4ba1-803a-9da20cadd6cf" providerId="ADAL" clId="{2288E778-BBD0-4E46-837B-72AD2E0350F4}" dt="2019-11-21T15:28:04.293" v="153" actId="2696"/>
        <pc:sldMkLst>
          <pc:docMk/>
          <pc:sldMk cId="3311666898" sldId="258"/>
        </pc:sldMkLst>
      </pc:sldChg>
      <pc:sldChg chg="addSp delSp modSp add mod">
        <pc:chgData name="Daniel Fernandez Rubio" userId="4d601e50-fd00-4ba1-803a-9da20cadd6cf" providerId="ADAL" clId="{2288E778-BBD0-4E46-837B-72AD2E0350F4}" dt="2019-11-21T15:28:10.662" v="154" actId="1076"/>
        <pc:sldMkLst>
          <pc:docMk/>
          <pc:sldMk cId="1415713403" sldId="259"/>
        </pc:sldMkLst>
        <pc:spChg chg="mod">
          <ac:chgData name="Daniel Fernandez Rubio" userId="4d601e50-fd00-4ba1-803a-9da20cadd6cf" providerId="ADAL" clId="{2288E778-BBD0-4E46-837B-72AD2E0350F4}" dt="2019-11-21T15:21:34.213" v="74" actId="1037"/>
          <ac:spMkLst>
            <pc:docMk/>
            <pc:sldMk cId="1415713403" sldId="259"/>
            <ac:spMk id="60" creationId="{00000000-0000-0000-0000-000000000000}"/>
          </ac:spMkLst>
        </pc:spChg>
        <pc:spChg chg="mod">
          <ac:chgData name="Daniel Fernandez Rubio" userId="4d601e50-fd00-4ba1-803a-9da20cadd6cf" providerId="ADAL" clId="{2288E778-BBD0-4E46-837B-72AD2E0350F4}" dt="2019-11-21T15:21:34.213" v="74" actId="1037"/>
          <ac:spMkLst>
            <pc:docMk/>
            <pc:sldMk cId="1415713403" sldId="259"/>
            <ac:spMk id="61" creationId="{00000000-0000-0000-0000-000000000000}"/>
          </ac:spMkLst>
        </pc:spChg>
        <pc:spChg chg="mod">
          <ac:chgData name="Daniel Fernandez Rubio" userId="4d601e50-fd00-4ba1-803a-9da20cadd6cf" providerId="ADAL" clId="{2288E778-BBD0-4E46-837B-72AD2E0350F4}" dt="2019-11-21T15:27:30.218" v="116" actId="14100"/>
          <ac:spMkLst>
            <pc:docMk/>
            <pc:sldMk cId="1415713403" sldId="259"/>
            <ac:spMk id="62" creationId="{00000000-0000-0000-0000-000000000000}"/>
          </ac:spMkLst>
        </pc:spChg>
        <pc:spChg chg="mod">
          <ac:chgData name="Daniel Fernandez Rubio" userId="4d601e50-fd00-4ba1-803a-9da20cadd6cf" providerId="ADAL" clId="{2288E778-BBD0-4E46-837B-72AD2E0350F4}" dt="2019-11-21T15:21:34.213" v="74" actId="1037"/>
          <ac:spMkLst>
            <pc:docMk/>
            <pc:sldMk cId="1415713403" sldId="259"/>
            <ac:spMk id="69" creationId="{282527FB-8746-4A87-AFFC-287DFD254F2B}"/>
          </ac:spMkLst>
        </pc:spChg>
        <pc:spChg chg="mod">
          <ac:chgData name="Daniel Fernandez Rubio" userId="4d601e50-fd00-4ba1-803a-9da20cadd6cf" providerId="ADAL" clId="{2288E778-BBD0-4E46-837B-72AD2E0350F4}" dt="2019-11-21T15:21:34.213" v="74" actId="1037"/>
          <ac:spMkLst>
            <pc:docMk/>
            <pc:sldMk cId="1415713403" sldId="259"/>
            <ac:spMk id="70" creationId="{E4C12E7E-D4F0-4206-9CD2-7F5602FAEC68}"/>
          </ac:spMkLst>
        </pc:spChg>
        <pc:spChg chg="mod">
          <ac:chgData name="Daniel Fernandez Rubio" userId="4d601e50-fd00-4ba1-803a-9da20cadd6cf" providerId="ADAL" clId="{2288E778-BBD0-4E46-837B-72AD2E0350F4}" dt="2019-11-21T15:21:34.213" v="74" actId="1037"/>
          <ac:spMkLst>
            <pc:docMk/>
            <pc:sldMk cId="1415713403" sldId="259"/>
            <ac:spMk id="73" creationId="{CA94C0F4-2B6B-4264-9F07-D6D9FA77CAA5}"/>
          </ac:spMkLst>
        </pc:spChg>
        <pc:spChg chg="mod">
          <ac:chgData name="Daniel Fernandez Rubio" userId="4d601e50-fd00-4ba1-803a-9da20cadd6cf" providerId="ADAL" clId="{2288E778-BBD0-4E46-837B-72AD2E0350F4}" dt="2019-11-21T15:21:34.213" v="74" actId="1037"/>
          <ac:spMkLst>
            <pc:docMk/>
            <pc:sldMk cId="1415713403" sldId="259"/>
            <ac:spMk id="76" creationId="{9C603149-2DF0-4C3F-975F-691DD1B83D6D}"/>
          </ac:spMkLst>
        </pc:spChg>
        <pc:spChg chg="mod">
          <ac:chgData name="Daniel Fernandez Rubio" userId="4d601e50-fd00-4ba1-803a-9da20cadd6cf" providerId="ADAL" clId="{2288E778-BBD0-4E46-837B-72AD2E0350F4}" dt="2019-11-21T15:26:26.373" v="107" actId="1076"/>
          <ac:spMkLst>
            <pc:docMk/>
            <pc:sldMk cId="1415713403" sldId="259"/>
            <ac:spMk id="83" creationId="{7E7555A4-89BC-42E6-A6D8-00E0AC8497AC}"/>
          </ac:spMkLst>
        </pc:spChg>
        <pc:spChg chg="mod">
          <ac:chgData name="Daniel Fernandez Rubio" userId="4d601e50-fd00-4ba1-803a-9da20cadd6cf" providerId="ADAL" clId="{2288E778-BBD0-4E46-837B-72AD2E0350F4}" dt="2019-11-21T15:21:34.213" v="74" actId="1037"/>
          <ac:spMkLst>
            <pc:docMk/>
            <pc:sldMk cId="1415713403" sldId="259"/>
            <ac:spMk id="85" creationId="{8F5B3D95-CD63-42F4-A232-4EB71E0CAB21}"/>
          </ac:spMkLst>
        </pc:spChg>
        <pc:spChg chg="mod">
          <ac:chgData name="Daniel Fernandez Rubio" userId="4d601e50-fd00-4ba1-803a-9da20cadd6cf" providerId="ADAL" clId="{2288E778-BBD0-4E46-837B-72AD2E0350F4}" dt="2019-11-21T15:23:09.767" v="89" actId="1076"/>
          <ac:spMkLst>
            <pc:docMk/>
            <pc:sldMk cId="1415713403" sldId="259"/>
            <ac:spMk id="88" creationId="{9D620C34-A3A1-438E-9079-E85AEE566C00}"/>
          </ac:spMkLst>
        </pc:spChg>
        <pc:spChg chg="mod">
          <ac:chgData name="Daniel Fernandez Rubio" userId="4d601e50-fd00-4ba1-803a-9da20cadd6cf" providerId="ADAL" clId="{2288E778-BBD0-4E46-837B-72AD2E0350F4}" dt="2019-11-21T15:22:32.086" v="83" actId="1076"/>
          <ac:spMkLst>
            <pc:docMk/>
            <pc:sldMk cId="1415713403" sldId="259"/>
            <ac:spMk id="91" creationId="{7BF22451-0BBD-482A-8AD7-F607BB72E153}"/>
          </ac:spMkLst>
        </pc:spChg>
        <pc:spChg chg="mod">
          <ac:chgData name="Daniel Fernandez Rubio" userId="4d601e50-fd00-4ba1-803a-9da20cadd6cf" providerId="ADAL" clId="{2288E778-BBD0-4E46-837B-72AD2E0350F4}" dt="2019-11-21T15:21:52.742" v="76" actId="1076"/>
          <ac:spMkLst>
            <pc:docMk/>
            <pc:sldMk cId="1415713403" sldId="259"/>
            <ac:spMk id="95" creationId="{A2D1B33B-BA61-47B8-86D0-0E2055477872}"/>
          </ac:spMkLst>
        </pc:spChg>
        <pc:spChg chg="mod">
          <ac:chgData name="Daniel Fernandez Rubio" userId="4d601e50-fd00-4ba1-803a-9da20cadd6cf" providerId="ADAL" clId="{2288E778-BBD0-4E46-837B-72AD2E0350F4}" dt="2019-11-21T15:27:36.514" v="151" actId="1037"/>
          <ac:spMkLst>
            <pc:docMk/>
            <pc:sldMk cId="1415713403" sldId="259"/>
            <ac:spMk id="116" creationId="{7DB601DD-7487-4816-8AA6-278C5AE33647}"/>
          </ac:spMkLst>
        </pc:spChg>
        <pc:spChg chg="mod">
          <ac:chgData name="Daniel Fernandez Rubio" userId="4d601e50-fd00-4ba1-803a-9da20cadd6cf" providerId="ADAL" clId="{2288E778-BBD0-4E46-837B-72AD2E0350F4}" dt="2019-11-21T15:27:13.862" v="114" actId="1076"/>
          <ac:spMkLst>
            <pc:docMk/>
            <pc:sldMk cId="1415713403" sldId="259"/>
            <ac:spMk id="122" creationId="{BC7B19E3-EE0A-4BC6-B6DB-C68CDC1F10C7}"/>
          </ac:spMkLst>
        </pc:spChg>
        <pc:spChg chg="mod">
          <ac:chgData name="Daniel Fernandez Rubio" userId="4d601e50-fd00-4ba1-803a-9da20cadd6cf" providerId="ADAL" clId="{2288E778-BBD0-4E46-837B-72AD2E0350F4}" dt="2019-11-21T15:21:34.213" v="74" actId="1037"/>
          <ac:spMkLst>
            <pc:docMk/>
            <pc:sldMk cId="1415713403" sldId="259"/>
            <ac:spMk id="126" creationId="{45927516-BC0F-49C7-A973-8570DE075682}"/>
          </ac:spMkLst>
        </pc:spChg>
        <pc:spChg chg="mod">
          <ac:chgData name="Daniel Fernandez Rubio" userId="4d601e50-fd00-4ba1-803a-9da20cadd6cf" providerId="ADAL" clId="{2288E778-BBD0-4E46-837B-72AD2E0350F4}" dt="2019-11-21T15:26:52.276" v="111" actId="1076"/>
          <ac:spMkLst>
            <pc:docMk/>
            <pc:sldMk cId="1415713403" sldId="259"/>
            <ac:spMk id="127" creationId="{2000211C-E213-478B-AFA0-F7F697C11D88}"/>
          </ac:spMkLst>
        </pc:spChg>
        <pc:spChg chg="mod">
          <ac:chgData name="Daniel Fernandez Rubio" userId="4d601e50-fd00-4ba1-803a-9da20cadd6cf" providerId="ADAL" clId="{2288E778-BBD0-4E46-837B-72AD2E0350F4}" dt="2019-11-21T15:28:10.662" v="154" actId="1076"/>
          <ac:spMkLst>
            <pc:docMk/>
            <pc:sldMk cId="1415713403" sldId="259"/>
            <ac:spMk id="131" creationId="{00000000-0000-0000-0000-000000000000}"/>
          </ac:spMkLst>
        </pc:spChg>
        <pc:picChg chg="mod">
          <ac:chgData name="Daniel Fernandez Rubio" userId="4d601e50-fd00-4ba1-803a-9da20cadd6cf" providerId="ADAL" clId="{2288E778-BBD0-4E46-837B-72AD2E0350F4}" dt="2019-11-21T15:21:43.127" v="75" actId="1076"/>
          <ac:picMkLst>
            <pc:docMk/>
            <pc:sldMk cId="1415713403" sldId="259"/>
            <ac:picMk id="63" creationId="{B10C8FD7-1741-4B5C-B90E-A20137B4077F}"/>
          </ac:picMkLst>
        </pc:picChg>
        <pc:picChg chg="mod">
          <ac:chgData name="Daniel Fernandez Rubio" userId="4d601e50-fd00-4ba1-803a-9da20cadd6cf" providerId="ADAL" clId="{2288E778-BBD0-4E46-837B-72AD2E0350F4}" dt="2019-11-21T15:21:34.213" v="74" actId="1037"/>
          <ac:picMkLst>
            <pc:docMk/>
            <pc:sldMk cId="1415713403" sldId="259"/>
            <ac:picMk id="68" creationId="{765CA1B7-8A9A-4C56-AA2A-22BF6ABC22DF}"/>
          </ac:picMkLst>
        </pc:picChg>
        <pc:picChg chg="mod">
          <ac:chgData name="Daniel Fernandez Rubio" userId="4d601e50-fd00-4ba1-803a-9da20cadd6cf" providerId="ADAL" clId="{2288E778-BBD0-4E46-837B-72AD2E0350F4}" dt="2019-11-21T15:27:36.514" v="151" actId="1037"/>
          <ac:picMkLst>
            <pc:docMk/>
            <pc:sldMk cId="1415713403" sldId="259"/>
            <ac:picMk id="113" creationId="{474B6813-53BB-4B47-A045-54254EBD1CBC}"/>
          </ac:picMkLst>
        </pc:picChg>
        <pc:picChg chg="mod">
          <ac:chgData name="Daniel Fernandez Rubio" userId="4d601e50-fd00-4ba1-803a-9da20cadd6cf" providerId="ADAL" clId="{2288E778-BBD0-4E46-837B-72AD2E0350F4}" dt="2019-11-21T15:26:06.261" v="106" actId="1076"/>
          <ac:picMkLst>
            <pc:docMk/>
            <pc:sldMk cId="1415713403" sldId="259"/>
            <ac:picMk id="120" creationId="{181EDC76-53AF-4F16-9D08-4F7CAB657FEC}"/>
          </ac:picMkLst>
        </pc:picChg>
        <pc:picChg chg="mod">
          <ac:chgData name="Daniel Fernandez Rubio" userId="4d601e50-fd00-4ba1-803a-9da20cadd6cf" providerId="ADAL" clId="{2288E778-BBD0-4E46-837B-72AD2E0350F4}" dt="2019-11-21T15:21:34.213" v="74" actId="1037"/>
          <ac:picMkLst>
            <pc:docMk/>
            <pc:sldMk cId="1415713403" sldId="259"/>
            <ac:picMk id="121" creationId="{569D1864-0298-4BBA-93C6-E9510D41E606}"/>
          </ac:picMkLst>
        </pc:picChg>
        <pc:picChg chg="mod">
          <ac:chgData name="Daniel Fernandez Rubio" userId="4d601e50-fd00-4ba1-803a-9da20cadd6cf" providerId="ADAL" clId="{2288E778-BBD0-4E46-837B-72AD2E0350F4}" dt="2019-11-21T15:21:34.213" v="74" actId="1037"/>
          <ac:picMkLst>
            <pc:docMk/>
            <pc:sldMk cId="1415713403" sldId="259"/>
            <ac:picMk id="134" creationId="{FEBBBFF8-C71B-4847-ACF0-8238960A848C}"/>
          </ac:picMkLst>
        </pc:picChg>
        <pc:cxnChg chg="add mod">
          <ac:chgData name="Daniel Fernandez Rubio" userId="4d601e50-fd00-4ba1-803a-9da20cadd6cf" providerId="ADAL" clId="{2288E778-BBD0-4E46-837B-72AD2E0350F4}" dt="2019-11-21T15:23:28.252" v="90" actId="11529"/>
          <ac:cxnSpMkLst>
            <pc:docMk/>
            <pc:sldMk cId="1415713403" sldId="259"/>
            <ac:cxnSpMk id="20" creationId="{569584E0-7B89-484F-BEFC-D228E55B55C8}"/>
          </ac:cxnSpMkLst>
        </pc:cxnChg>
        <pc:cxnChg chg="add mod ord">
          <ac:chgData name="Daniel Fernandez Rubio" userId="4d601e50-fd00-4ba1-803a-9da20cadd6cf" providerId="ADAL" clId="{2288E778-BBD0-4E46-837B-72AD2E0350F4}" dt="2019-11-21T15:26:39.093" v="110" actId="14100"/>
          <ac:cxnSpMkLst>
            <pc:docMk/>
            <pc:sldMk cId="1415713403" sldId="259"/>
            <ac:cxnSpMk id="22" creationId="{BC81B986-D2EB-4143-9251-C0F0D421BB7D}"/>
          </ac:cxnSpMkLst>
        </pc:cxnChg>
        <pc:cxnChg chg="mod">
          <ac:chgData name="Daniel Fernandez Rubio" userId="4d601e50-fd00-4ba1-803a-9da20cadd6cf" providerId="ADAL" clId="{2288E778-BBD0-4E46-837B-72AD2E0350F4}" dt="2019-11-21T15:21:34.213" v="74" actId="1037"/>
          <ac:cxnSpMkLst>
            <pc:docMk/>
            <pc:sldMk cId="1415713403" sldId="259"/>
            <ac:cxnSpMk id="75" creationId="{99BC392E-ACE9-4ECA-8617-298A0238E1D3}"/>
          </ac:cxnSpMkLst>
        </pc:cxnChg>
        <pc:cxnChg chg="mod">
          <ac:chgData name="Daniel Fernandez Rubio" userId="4d601e50-fd00-4ba1-803a-9da20cadd6cf" providerId="ADAL" clId="{2288E778-BBD0-4E46-837B-72AD2E0350F4}" dt="2019-11-21T15:21:34.213" v="74" actId="1037"/>
          <ac:cxnSpMkLst>
            <pc:docMk/>
            <pc:sldMk cId="1415713403" sldId="259"/>
            <ac:cxnSpMk id="78" creationId="{835F285D-AC0D-4CE8-A8F5-9350DEC5D2B2}"/>
          </ac:cxnSpMkLst>
        </pc:cxnChg>
        <pc:cxnChg chg="del mod">
          <ac:chgData name="Daniel Fernandez Rubio" userId="4d601e50-fd00-4ba1-803a-9da20cadd6cf" providerId="ADAL" clId="{2288E778-BBD0-4E46-837B-72AD2E0350F4}" dt="2019-11-21T15:22:57.276" v="88" actId="478"/>
          <ac:cxnSpMkLst>
            <pc:docMk/>
            <pc:sldMk cId="1415713403" sldId="259"/>
            <ac:cxnSpMk id="82" creationId="{0456D49E-12E6-4CD5-9EE8-E5BA3C33AF4A}"/>
          </ac:cxnSpMkLst>
        </pc:cxnChg>
        <pc:cxnChg chg="mod">
          <ac:chgData name="Daniel Fernandez Rubio" userId="4d601e50-fd00-4ba1-803a-9da20cadd6cf" providerId="ADAL" clId="{2288E778-BBD0-4E46-837B-72AD2E0350F4}" dt="2019-11-21T15:21:34.213" v="74" actId="1037"/>
          <ac:cxnSpMkLst>
            <pc:docMk/>
            <pc:sldMk cId="1415713403" sldId="259"/>
            <ac:cxnSpMk id="87" creationId="{920E6CC7-9AE8-449B-8725-3BF37A8EF03C}"/>
          </ac:cxnSpMkLst>
        </pc:cxnChg>
        <pc:cxnChg chg="mod">
          <ac:chgData name="Daniel Fernandez Rubio" userId="4d601e50-fd00-4ba1-803a-9da20cadd6cf" providerId="ADAL" clId="{2288E778-BBD0-4E46-837B-72AD2E0350F4}" dt="2019-11-21T15:21:34.213" v="74" actId="1037"/>
          <ac:cxnSpMkLst>
            <pc:docMk/>
            <pc:sldMk cId="1415713403" sldId="259"/>
            <ac:cxnSpMk id="89" creationId="{1510CEC4-9B58-4DE5-8B45-77CDBCBB71AA}"/>
          </ac:cxnSpMkLst>
        </pc:cxnChg>
        <pc:cxnChg chg="mod">
          <ac:chgData name="Daniel Fernandez Rubio" userId="4d601e50-fd00-4ba1-803a-9da20cadd6cf" providerId="ADAL" clId="{2288E778-BBD0-4E46-837B-72AD2E0350F4}" dt="2019-11-21T15:21:34.213" v="74" actId="1037"/>
          <ac:cxnSpMkLst>
            <pc:docMk/>
            <pc:sldMk cId="1415713403" sldId="259"/>
            <ac:cxnSpMk id="90" creationId="{8892A885-1C8A-424A-AC0B-5ADE896A5C9F}"/>
          </ac:cxnSpMkLst>
        </pc:cxnChg>
        <pc:cxnChg chg="mod">
          <ac:chgData name="Daniel Fernandez Rubio" userId="4d601e50-fd00-4ba1-803a-9da20cadd6cf" providerId="ADAL" clId="{2288E778-BBD0-4E46-837B-72AD2E0350F4}" dt="2019-11-21T15:21:56.328" v="77" actId="14100"/>
          <ac:cxnSpMkLst>
            <pc:docMk/>
            <pc:sldMk cId="1415713403" sldId="259"/>
            <ac:cxnSpMk id="98" creationId="{C0ACDDA1-591B-4953-A9F7-054FC18C5C1E}"/>
          </ac:cxnSpMkLst>
        </pc:cxnChg>
        <pc:cxnChg chg="mod">
          <ac:chgData name="Daniel Fernandez Rubio" userId="4d601e50-fd00-4ba1-803a-9da20cadd6cf" providerId="ADAL" clId="{2288E778-BBD0-4E46-837B-72AD2E0350F4}" dt="2019-11-21T15:22:40.401" v="84" actId="14100"/>
          <ac:cxnSpMkLst>
            <pc:docMk/>
            <pc:sldMk cId="1415713403" sldId="259"/>
            <ac:cxnSpMk id="102" creationId="{13823879-EFFB-48B4-A92D-D086D35B786A}"/>
          </ac:cxnSpMkLst>
        </pc:cxnChg>
        <pc:cxnChg chg="mod">
          <ac:chgData name="Daniel Fernandez Rubio" userId="4d601e50-fd00-4ba1-803a-9da20cadd6cf" providerId="ADAL" clId="{2288E778-BBD0-4E46-837B-72AD2E0350F4}" dt="2019-11-21T15:22:44.378" v="85" actId="14100"/>
          <ac:cxnSpMkLst>
            <pc:docMk/>
            <pc:sldMk cId="1415713403" sldId="259"/>
            <ac:cxnSpMk id="107" creationId="{0CBD575F-FD7A-49D0-983F-344B97140779}"/>
          </ac:cxnSpMkLst>
        </pc:cxnChg>
        <pc:cxnChg chg="mod">
          <ac:chgData name="Daniel Fernandez Rubio" userId="4d601e50-fd00-4ba1-803a-9da20cadd6cf" providerId="ADAL" clId="{2288E778-BBD0-4E46-837B-72AD2E0350F4}" dt="2019-11-21T15:27:42.158" v="152" actId="14100"/>
          <ac:cxnSpMkLst>
            <pc:docMk/>
            <pc:sldMk cId="1415713403" sldId="259"/>
            <ac:cxnSpMk id="118" creationId="{316772FF-89FE-4DCA-95A5-7C9206DFA6C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002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5238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3091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653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9775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6004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3880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971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941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499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9262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D81B9-1BD9-42C5-B8FD-291CB396BFDB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FE31A-62CD-4DB8-B190-85F80BE58E2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0761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006" y="1645240"/>
            <a:ext cx="390145" cy="390145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2536331" y="1736031"/>
            <a:ext cx="736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WLD_RG</a:t>
            </a:r>
          </a:p>
        </p:txBody>
      </p:sp>
      <p:sp>
        <p:nvSpPr>
          <p:cNvPr id="9" name="Título 1"/>
          <p:cNvSpPr>
            <a:spLocks noGrp="1"/>
          </p:cNvSpPr>
          <p:nvPr>
            <p:ph type="ctrTitle"/>
          </p:nvPr>
        </p:nvSpPr>
        <p:spPr>
          <a:xfrm>
            <a:off x="1778758" y="756441"/>
            <a:ext cx="4039673" cy="822346"/>
          </a:xfrm>
        </p:spPr>
        <p:txBody>
          <a:bodyPr>
            <a:normAutofit fontScale="90000"/>
          </a:bodyPr>
          <a:lstStyle/>
          <a:p>
            <a:r>
              <a:rPr lang="es-ES" sz="3600" dirty="0"/>
              <a:t>Architecture Diagram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2094006" y="2035385"/>
            <a:ext cx="3882021" cy="281995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849D6D6-7242-401E-95E4-79F1534A3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7873" y="2576726"/>
            <a:ext cx="751846" cy="743712"/>
          </a:xfrm>
          <a:prstGeom prst="rect">
            <a:avLst/>
          </a:prstGeom>
        </p:spPr>
      </p:pic>
      <p:sp>
        <p:nvSpPr>
          <p:cNvPr id="12" name="Rectángulo 9">
            <a:extLst>
              <a:ext uri="{FF2B5EF4-FFF2-40B4-BE49-F238E27FC236}">
                <a16:creationId xmlns:a16="http://schemas.microsoft.com/office/drawing/2014/main" id="{3B893609-D9E8-421B-A84A-97EA87E674A5}"/>
              </a:ext>
            </a:extLst>
          </p:cNvPr>
          <p:cNvSpPr/>
          <p:nvPr/>
        </p:nvSpPr>
        <p:spPr>
          <a:xfrm>
            <a:off x="6388609" y="2035385"/>
            <a:ext cx="1609171" cy="281995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" name="Imagen 4">
            <a:extLst>
              <a:ext uri="{FF2B5EF4-FFF2-40B4-BE49-F238E27FC236}">
                <a16:creationId xmlns:a16="http://schemas.microsoft.com/office/drawing/2014/main" id="{281DCC4E-3E68-4741-9B26-EB306C25CC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038" y="1645240"/>
            <a:ext cx="390145" cy="390145"/>
          </a:xfrm>
          <a:prstGeom prst="rect">
            <a:avLst/>
          </a:prstGeom>
        </p:spPr>
      </p:pic>
      <p:sp>
        <p:nvSpPr>
          <p:cNvPr id="14" name="CuadroTexto 6">
            <a:extLst>
              <a:ext uri="{FF2B5EF4-FFF2-40B4-BE49-F238E27FC236}">
                <a16:creationId xmlns:a16="http://schemas.microsoft.com/office/drawing/2014/main" id="{3F442F1D-DC65-4E0F-A78C-D633F26F41EF}"/>
              </a:ext>
            </a:extLst>
          </p:cNvPr>
          <p:cNvSpPr txBox="1"/>
          <p:nvPr/>
        </p:nvSpPr>
        <p:spPr>
          <a:xfrm>
            <a:off x="6602363" y="1736031"/>
            <a:ext cx="877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MGMT_RG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442DB7-CF98-4227-B316-E67A28601FD2}"/>
              </a:ext>
            </a:extLst>
          </p:cNvPr>
          <p:cNvSpPr/>
          <p:nvPr/>
        </p:nvSpPr>
        <p:spPr>
          <a:xfrm>
            <a:off x="3636614" y="2613130"/>
            <a:ext cx="272542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Diagnostics (Log/Metrics)</a:t>
            </a:r>
          </a:p>
        </p:txBody>
      </p:sp>
      <p:cxnSp>
        <p:nvCxnSpPr>
          <p:cNvPr id="24" name="Conector recto de flecha 23"/>
          <p:cNvCxnSpPr>
            <a:endCxn id="6" idx="1"/>
          </p:cNvCxnSpPr>
          <p:nvPr/>
        </p:nvCxnSpPr>
        <p:spPr>
          <a:xfrm flipV="1">
            <a:off x="3508925" y="2948582"/>
            <a:ext cx="3218948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13">
            <a:extLst>
              <a:ext uri="{FF2B5EF4-FFF2-40B4-BE49-F238E27FC236}">
                <a16:creationId xmlns:a16="http://schemas.microsoft.com/office/drawing/2014/main" id="{282527FB-8746-4A87-AFFC-287DFD254F2B}"/>
              </a:ext>
            </a:extLst>
          </p:cNvPr>
          <p:cNvSpPr txBox="1"/>
          <p:nvPr/>
        </p:nvSpPr>
        <p:spPr>
          <a:xfrm>
            <a:off x="2536331" y="3357429"/>
            <a:ext cx="2257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Key Vault</a:t>
            </a:r>
          </a:p>
        </p:txBody>
      </p:sp>
      <p:sp>
        <p:nvSpPr>
          <p:cNvPr id="15" name="Rectangle 20">
            <a:extLst>
              <a:ext uri="{FF2B5EF4-FFF2-40B4-BE49-F238E27FC236}">
                <a16:creationId xmlns:a16="http://schemas.microsoft.com/office/drawing/2014/main" id="{8818A178-5D73-4ABC-8645-57E5FEF89129}"/>
              </a:ext>
            </a:extLst>
          </p:cNvPr>
          <p:cNvSpPr/>
          <p:nvPr/>
        </p:nvSpPr>
        <p:spPr>
          <a:xfrm>
            <a:off x="2598002" y="3919785"/>
            <a:ext cx="15103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Scenarios: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Santander Managed Keys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BYOK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Soft Deleted enabled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/>
          </a:p>
        </p:txBody>
      </p:sp>
      <p:pic>
        <p:nvPicPr>
          <p:cNvPr id="19" name="Picture 2" descr="A close up of a sign&#10;&#10;Description generated with high confidence">
            <a:extLst>
              <a:ext uri="{FF2B5EF4-FFF2-40B4-BE49-F238E27FC236}">
                <a16:creationId xmlns:a16="http://schemas.microsoft.com/office/drawing/2014/main" id="{FEBBBFF8-C71B-4847-ACF0-8238960A848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648" y="2623102"/>
            <a:ext cx="644533" cy="64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15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uadroTexto 130"/>
          <p:cNvSpPr txBox="1"/>
          <p:nvPr/>
        </p:nvSpPr>
        <p:spPr>
          <a:xfrm>
            <a:off x="745416" y="537868"/>
            <a:ext cx="2743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Networking</a:t>
            </a:r>
            <a:r>
              <a:rPr lang="es-ES" sz="2000" dirty="0"/>
              <a:t> </a:t>
            </a:r>
            <a:r>
              <a:rPr lang="es-ES" sz="2400" dirty="0"/>
              <a:t>Diagram</a:t>
            </a:r>
            <a:endParaRPr lang="es-ES" sz="2000" dirty="0"/>
          </a:p>
        </p:txBody>
      </p:sp>
      <p:sp>
        <p:nvSpPr>
          <p:cNvPr id="60" name="CuadroTexto 59"/>
          <p:cNvSpPr txBox="1"/>
          <p:nvPr/>
        </p:nvSpPr>
        <p:spPr>
          <a:xfrm>
            <a:off x="3936158" y="1613641"/>
            <a:ext cx="1151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AZURE</a:t>
            </a:r>
          </a:p>
        </p:txBody>
      </p:sp>
      <p:sp>
        <p:nvSpPr>
          <p:cNvPr id="61" name="CuadroTexto 60"/>
          <p:cNvSpPr txBox="1"/>
          <p:nvPr/>
        </p:nvSpPr>
        <p:spPr>
          <a:xfrm>
            <a:off x="5032681" y="3930529"/>
            <a:ext cx="1228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Key Vault</a:t>
            </a:r>
          </a:p>
        </p:txBody>
      </p:sp>
      <p:sp>
        <p:nvSpPr>
          <p:cNvPr id="62" name="Rectángulo 61"/>
          <p:cNvSpPr/>
          <p:nvPr/>
        </p:nvSpPr>
        <p:spPr>
          <a:xfrm>
            <a:off x="3647034" y="1866412"/>
            <a:ext cx="5015983" cy="407821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3" name="Imagen 97">
            <a:extLst>
              <a:ext uri="{FF2B5EF4-FFF2-40B4-BE49-F238E27FC236}">
                <a16:creationId xmlns:a16="http://schemas.microsoft.com/office/drawing/2014/main" id="{B10C8FD7-1741-4B5C-B90E-A20137B40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978" y="1547191"/>
            <a:ext cx="353013" cy="353013"/>
          </a:xfrm>
          <a:prstGeom prst="rect">
            <a:avLst/>
          </a:prstGeom>
        </p:spPr>
      </p:pic>
      <p:pic>
        <p:nvPicPr>
          <p:cNvPr id="68" name="Imagen 10">
            <a:extLst>
              <a:ext uri="{FF2B5EF4-FFF2-40B4-BE49-F238E27FC236}">
                <a16:creationId xmlns:a16="http://schemas.microsoft.com/office/drawing/2014/main" id="{765CA1B7-8A9A-4C56-AA2A-22BF6ABC22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760" y="2139462"/>
            <a:ext cx="279942" cy="279942"/>
          </a:xfrm>
          <a:prstGeom prst="rect">
            <a:avLst/>
          </a:prstGeom>
        </p:spPr>
      </p:pic>
      <p:sp>
        <p:nvSpPr>
          <p:cNvPr id="69" name="CuadroTexto 13">
            <a:extLst>
              <a:ext uri="{FF2B5EF4-FFF2-40B4-BE49-F238E27FC236}">
                <a16:creationId xmlns:a16="http://schemas.microsoft.com/office/drawing/2014/main" id="{282527FB-8746-4A87-AFFC-287DFD254F2B}"/>
              </a:ext>
            </a:extLst>
          </p:cNvPr>
          <p:cNvSpPr txBox="1"/>
          <p:nvPr/>
        </p:nvSpPr>
        <p:spPr>
          <a:xfrm>
            <a:off x="6593199" y="2129191"/>
            <a:ext cx="2257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WLD_VNET</a:t>
            </a:r>
          </a:p>
        </p:txBody>
      </p:sp>
      <p:sp>
        <p:nvSpPr>
          <p:cNvPr id="70" name="Rectángulo 23">
            <a:extLst>
              <a:ext uri="{FF2B5EF4-FFF2-40B4-BE49-F238E27FC236}">
                <a16:creationId xmlns:a16="http://schemas.microsoft.com/office/drawing/2014/main" id="{E4C12E7E-D4F0-4206-9CD2-7F5602FAEC68}"/>
              </a:ext>
            </a:extLst>
          </p:cNvPr>
          <p:cNvSpPr/>
          <p:nvPr/>
        </p:nvSpPr>
        <p:spPr>
          <a:xfrm>
            <a:off x="6339760" y="2420038"/>
            <a:ext cx="2044505" cy="76721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3" name="CuadroTexto 84">
            <a:extLst>
              <a:ext uri="{FF2B5EF4-FFF2-40B4-BE49-F238E27FC236}">
                <a16:creationId xmlns:a16="http://schemas.microsoft.com/office/drawing/2014/main" id="{CA94C0F4-2B6B-4264-9F07-D6D9FA77CAA5}"/>
              </a:ext>
            </a:extLst>
          </p:cNvPr>
          <p:cNvSpPr txBox="1"/>
          <p:nvPr/>
        </p:nvSpPr>
        <p:spPr>
          <a:xfrm>
            <a:off x="6717123" y="2657797"/>
            <a:ext cx="1289777" cy="3077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WLD_Resource</a:t>
            </a:r>
          </a:p>
        </p:txBody>
      </p:sp>
      <p:cxnSp>
        <p:nvCxnSpPr>
          <p:cNvPr id="75" name="Straight Connector 5">
            <a:extLst>
              <a:ext uri="{FF2B5EF4-FFF2-40B4-BE49-F238E27FC236}">
                <a16:creationId xmlns:a16="http://schemas.microsoft.com/office/drawing/2014/main" id="{99BC392E-ACE9-4ECA-8617-298A0238E1D3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4168055" y="2803644"/>
            <a:ext cx="21717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uadroTexto 84">
            <a:extLst>
              <a:ext uri="{FF2B5EF4-FFF2-40B4-BE49-F238E27FC236}">
                <a16:creationId xmlns:a16="http://schemas.microsoft.com/office/drawing/2014/main" id="{9C603149-2DF0-4C3F-975F-691DD1B83D6D}"/>
              </a:ext>
            </a:extLst>
          </p:cNvPr>
          <p:cNvSpPr txBox="1"/>
          <p:nvPr/>
        </p:nvSpPr>
        <p:spPr>
          <a:xfrm>
            <a:off x="7277955" y="3549850"/>
            <a:ext cx="1313649" cy="3077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Azure Resource</a:t>
            </a:r>
          </a:p>
        </p:txBody>
      </p:sp>
      <p:cxnSp>
        <p:nvCxnSpPr>
          <p:cNvPr id="78" name="Straight Connector 9">
            <a:extLst>
              <a:ext uri="{FF2B5EF4-FFF2-40B4-BE49-F238E27FC236}">
                <a16:creationId xmlns:a16="http://schemas.microsoft.com/office/drawing/2014/main" id="{835F285D-AC0D-4CE8-A8F5-9350DEC5D2B2}"/>
              </a:ext>
            </a:extLst>
          </p:cNvPr>
          <p:cNvCxnSpPr>
            <a:cxnSpLocks/>
            <a:stCxn id="76" idx="1"/>
          </p:cNvCxnSpPr>
          <p:nvPr/>
        </p:nvCxnSpPr>
        <p:spPr>
          <a:xfrm flipH="1">
            <a:off x="4168055" y="3703739"/>
            <a:ext cx="31099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39">
            <a:extLst>
              <a:ext uri="{FF2B5EF4-FFF2-40B4-BE49-F238E27FC236}">
                <a16:creationId xmlns:a16="http://schemas.microsoft.com/office/drawing/2014/main" id="{7E7555A4-89BC-42E6-A6D8-00E0AC8497AC}"/>
              </a:ext>
            </a:extLst>
          </p:cNvPr>
          <p:cNvSpPr/>
          <p:nvPr/>
        </p:nvSpPr>
        <p:spPr>
          <a:xfrm>
            <a:off x="3051633" y="1087219"/>
            <a:ext cx="27254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latin typeface="Segoe UI" panose="020B0502040204020203" pitchFamily="34" charset="0"/>
              </a:rPr>
              <a:t>Data plane:</a:t>
            </a:r>
          </a:p>
          <a:p>
            <a:r>
              <a:rPr lang="en-US" sz="800" dirty="0">
                <a:solidFill>
                  <a:srgbClr val="000000"/>
                </a:solidFill>
                <a:latin typeface="Segoe UI" panose="020B0502040204020203" pitchFamily="34" charset="0"/>
              </a:rPr>
              <a:t>https://</a:t>
            </a:r>
            <a:r>
              <a:rPr lang="en-US" sz="800" i="1" dirty="0">
                <a:solidFill>
                  <a:srgbClr val="000000"/>
                </a:solidFill>
                <a:latin typeface="Segoe UI" panose="020B0502040204020203" pitchFamily="34" charset="0"/>
              </a:rPr>
              <a:t>keyvaultname</a:t>
            </a:r>
            <a:r>
              <a:rPr lang="en-US" sz="800" dirty="0">
                <a:solidFill>
                  <a:srgbClr val="000000"/>
                </a:solidFill>
                <a:latin typeface="Segoe UI" panose="020B0502040204020203" pitchFamily="34" charset="0"/>
              </a:rPr>
              <a:t>.&lt;service&gt;.core.windows.net</a:t>
            </a:r>
            <a:endParaRPr lang="en-US" sz="800" dirty="0"/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8F5B3D95-CD63-42F4-A232-4EB71E0CAB21}"/>
              </a:ext>
            </a:extLst>
          </p:cNvPr>
          <p:cNvSpPr txBox="1"/>
          <p:nvPr/>
        </p:nvSpPr>
        <p:spPr>
          <a:xfrm>
            <a:off x="4895919" y="5188742"/>
            <a:ext cx="1313649" cy="52322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Azure Management</a:t>
            </a:r>
          </a:p>
        </p:txBody>
      </p:sp>
      <p:cxnSp>
        <p:nvCxnSpPr>
          <p:cNvPr id="87" name="Straight Connector 53">
            <a:extLst>
              <a:ext uri="{FF2B5EF4-FFF2-40B4-BE49-F238E27FC236}">
                <a16:creationId xmlns:a16="http://schemas.microsoft.com/office/drawing/2014/main" id="{920E6CC7-9AE8-449B-8725-3BF37A8EF03C}"/>
              </a:ext>
            </a:extLst>
          </p:cNvPr>
          <p:cNvCxnSpPr>
            <a:cxnSpLocks/>
            <a:stCxn id="85" idx="2"/>
          </p:cNvCxnSpPr>
          <p:nvPr/>
        </p:nvCxnSpPr>
        <p:spPr>
          <a:xfrm>
            <a:off x="5552744" y="5711962"/>
            <a:ext cx="0" cy="748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56">
            <a:extLst>
              <a:ext uri="{FF2B5EF4-FFF2-40B4-BE49-F238E27FC236}">
                <a16:creationId xmlns:a16="http://schemas.microsoft.com/office/drawing/2014/main" id="{9D620C34-A3A1-438E-9079-E85AEE566C00}"/>
              </a:ext>
            </a:extLst>
          </p:cNvPr>
          <p:cNvSpPr/>
          <p:nvPr/>
        </p:nvSpPr>
        <p:spPr>
          <a:xfrm>
            <a:off x="3946213" y="6155088"/>
            <a:ext cx="16065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latin typeface="Segoe UI" panose="020B0502040204020203" pitchFamily="34" charset="0"/>
              </a:rPr>
              <a:t>Management plane:</a:t>
            </a:r>
          </a:p>
          <a:p>
            <a:r>
              <a:rPr lang="en-US" sz="800" dirty="0">
                <a:solidFill>
                  <a:srgbClr val="000000"/>
                </a:solidFill>
                <a:latin typeface="Segoe UI" panose="020B0502040204020203" pitchFamily="34" charset="0"/>
              </a:rPr>
              <a:t>https://management.azure.com</a:t>
            </a:r>
            <a:endParaRPr lang="en-US" sz="800" dirty="0"/>
          </a:p>
        </p:txBody>
      </p:sp>
      <p:cxnSp>
        <p:nvCxnSpPr>
          <p:cNvPr id="89" name="Straight Connector 45">
            <a:extLst>
              <a:ext uri="{FF2B5EF4-FFF2-40B4-BE49-F238E27FC236}">
                <a16:creationId xmlns:a16="http://schemas.microsoft.com/office/drawing/2014/main" id="{1510CEC4-9B58-4DE5-8B45-77CDBCBB71AA}"/>
              </a:ext>
            </a:extLst>
          </p:cNvPr>
          <p:cNvCxnSpPr>
            <a:cxnSpLocks/>
            <a:stCxn id="85" idx="0"/>
          </p:cNvCxnSpPr>
          <p:nvPr/>
        </p:nvCxnSpPr>
        <p:spPr>
          <a:xfrm flipV="1">
            <a:off x="5546648" y="4683003"/>
            <a:ext cx="6096" cy="505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50">
            <a:extLst>
              <a:ext uri="{FF2B5EF4-FFF2-40B4-BE49-F238E27FC236}">
                <a16:creationId xmlns:a16="http://schemas.microsoft.com/office/drawing/2014/main" id="{8892A885-1C8A-424A-AC0B-5ADE896A5C9F}"/>
              </a:ext>
            </a:extLst>
          </p:cNvPr>
          <p:cNvCxnSpPr>
            <a:cxnSpLocks/>
          </p:cNvCxnSpPr>
          <p:nvPr/>
        </p:nvCxnSpPr>
        <p:spPr>
          <a:xfrm>
            <a:off x="4173903" y="2803644"/>
            <a:ext cx="0" cy="161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66">
            <a:extLst>
              <a:ext uri="{FF2B5EF4-FFF2-40B4-BE49-F238E27FC236}">
                <a16:creationId xmlns:a16="http://schemas.microsoft.com/office/drawing/2014/main" id="{7BF22451-0BBD-482A-8AD7-F607BB72E153}"/>
              </a:ext>
            </a:extLst>
          </p:cNvPr>
          <p:cNvSpPr/>
          <p:nvPr/>
        </p:nvSpPr>
        <p:spPr>
          <a:xfrm>
            <a:off x="3459113" y="1430014"/>
            <a:ext cx="129259" cy="1343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ángulo 19">
            <a:extLst>
              <a:ext uri="{FF2B5EF4-FFF2-40B4-BE49-F238E27FC236}">
                <a16:creationId xmlns:a16="http://schemas.microsoft.com/office/drawing/2014/main" id="{5243690B-7E9A-4249-8DA1-AA3159E823AF}"/>
              </a:ext>
            </a:extLst>
          </p:cNvPr>
          <p:cNvSpPr/>
          <p:nvPr/>
        </p:nvSpPr>
        <p:spPr>
          <a:xfrm>
            <a:off x="798078" y="1866417"/>
            <a:ext cx="2165056" cy="407821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5" name="Oval 78">
            <a:extLst>
              <a:ext uri="{FF2B5EF4-FFF2-40B4-BE49-F238E27FC236}">
                <a16:creationId xmlns:a16="http://schemas.microsoft.com/office/drawing/2014/main" id="{A2D1B33B-BA61-47B8-86D0-0E2055477872}"/>
              </a:ext>
            </a:extLst>
          </p:cNvPr>
          <p:cNvSpPr/>
          <p:nvPr/>
        </p:nvSpPr>
        <p:spPr>
          <a:xfrm>
            <a:off x="5488113" y="6432465"/>
            <a:ext cx="129259" cy="1343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CuadroTexto 84">
            <a:extLst>
              <a:ext uri="{FF2B5EF4-FFF2-40B4-BE49-F238E27FC236}">
                <a16:creationId xmlns:a16="http://schemas.microsoft.com/office/drawing/2014/main" id="{9AF95CDD-AA64-4CF4-9C6D-C56D0A0F7C0F}"/>
              </a:ext>
            </a:extLst>
          </p:cNvPr>
          <p:cNvSpPr txBox="1"/>
          <p:nvPr/>
        </p:nvSpPr>
        <p:spPr>
          <a:xfrm>
            <a:off x="1078133" y="5188742"/>
            <a:ext cx="1313649" cy="3077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DevOps</a:t>
            </a:r>
          </a:p>
        </p:txBody>
      </p:sp>
      <p:cxnSp>
        <p:nvCxnSpPr>
          <p:cNvPr id="98" name="Connector: Elbow 70">
            <a:extLst>
              <a:ext uri="{FF2B5EF4-FFF2-40B4-BE49-F238E27FC236}">
                <a16:creationId xmlns:a16="http://schemas.microsoft.com/office/drawing/2014/main" id="{C0ACDDA1-591B-4953-A9F7-054FC18C5C1E}"/>
              </a:ext>
            </a:extLst>
          </p:cNvPr>
          <p:cNvCxnSpPr>
            <a:cxnSpLocks/>
            <a:stCxn id="96" idx="3"/>
            <a:endCxn id="95" idx="2"/>
          </p:cNvCxnSpPr>
          <p:nvPr/>
        </p:nvCxnSpPr>
        <p:spPr>
          <a:xfrm>
            <a:off x="2391782" y="5342631"/>
            <a:ext cx="3096331" cy="1157010"/>
          </a:xfrm>
          <a:prstGeom prst="bentConnector3">
            <a:avLst>
              <a:gd name="adj1" fmla="val 29725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73">
            <a:extLst>
              <a:ext uri="{FF2B5EF4-FFF2-40B4-BE49-F238E27FC236}">
                <a16:creationId xmlns:a16="http://schemas.microsoft.com/office/drawing/2014/main" id="{13823879-EFFB-48B4-A92D-D086D35B786A}"/>
              </a:ext>
            </a:extLst>
          </p:cNvPr>
          <p:cNvCxnSpPr>
            <a:stCxn id="96" idx="3"/>
            <a:endCxn id="91" idx="2"/>
          </p:cNvCxnSpPr>
          <p:nvPr/>
        </p:nvCxnSpPr>
        <p:spPr>
          <a:xfrm flipV="1">
            <a:off x="2391782" y="1497190"/>
            <a:ext cx="1067331" cy="3845441"/>
          </a:xfrm>
          <a:prstGeom prst="bentConnector3">
            <a:avLst>
              <a:gd name="adj1" fmla="val 86655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80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B96AE16-CB5D-4A7D-8A77-541F0C3455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55" y="3018708"/>
            <a:ext cx="508872" cy="508872"/>
          </a:xfrm>
          <a:prstGeom prst="rect">
            <a:avLst/>
          </a:prstGeom>
        </p:spPr>
      </p:pic>
      <p:grpSp>
        <p:nvGrpSpPr>
          <p:cNvPr id="104" name="Group 85">
            <a:extLst>
              <a:ext uri="{FF2B5EF4-FFF2-40B4-BE49-F238E27FC236}">
                <a16:creationId xmlns:a16="http://schemas.microsoft.com/office/drawing/2014/main" id="{DC480418-0944-4436-9508-0C38E0E8D207}"/>
              </a:ext>
            </a:extLst>
          </p:cNvPr>
          <p:cNvGrpSpPr/>
          <p:nvPr/>
        </p:nvGrpSpPr>
        <p:grpSpPr>
          <a:xfrm>
            <a:off x="2702575" y="5034881"/>
            <a:ext cx="481150" cy="481150"/>
            <a:chOff x="2200299" y="4558362"/>
            <a:chExt cx="481150" cy="481150"/>
          </a:xfrm>
        </p:grpSpPr>
        <p:pic>
          <p:nvPicPr>
            <p:cNvPr id="105" name="Imagen 97">
              <a:extLst>
                <a:ext uri="{FF2B5EF4-FFF2-40B4-BE49-F238E27FC236}">
                  <a16:creationId xmlns:a16="http://schemas.microsoft.com/office/drawing/2014/main" id="{31FD91E6-7F75-444B-9714-342449311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299" y="4558362"/>
              <a:ext cx="481150" cy="481150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06" name="Picture 83">
              <a:extLst>
                <a:ext uri="{FF2B5EF4-FFF2-40B4-BE49-F238E27FC236}">
                  <a16:creationId xmlns:a16="http://schemas.microsoft.com/office/drawing/2014/main" id="{0FA45F33-A524-4092-9C37-282EC8A66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0826" y="4731278"/>
              <a:ext cx="320802" cy="168421"/>
            </a:xfrm>
            <a:prstGeom prst="rect">
              <a:avLst/>
            </a:prstGeom>
          </p:spPr>
        </p:pic>
      </p:grpSp>
      <p:cxnSp>
        <p:nvCxnSpPr>
          <p:cNvPr id="107" name="Connector: Elbow 93">
            <a:extLst>
              <a:ext uri="{FF2B5EF4-FFF2-40B4-BE49-F238E27FC236}">
                <a16:creationId xmlns:a16="http://schemas.microsoft.com/office/drawing/2014/main" id="{0CBD575F-FD7A-49D0-983F-344B97140779}"/>
              </a:ext>
            </a:extLst>
          </p:cNvPr>
          <p:cNvCxnSpPr>
            <a:cxnSpLocks/>
            <a:stCxn id="103" idx="3"/>
            <a:endCxn id="91" idx="2"/>
          </p:cNvCxnSpPr>
          <p:nvPr/>
        </p:nvCxnSpPr>
        <p:spPr>
          <a:xfrm flipV="1">
            <a:off x="1908427" y="1497190"/>
            <a:ext cx="1550686" cy="1775954"/>
          </a:xfrm>
          <a:prstGeom prst="bentConnector3">
            <a:avLst>
              <a:gd name="adj1" fmla="val 83151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96">
            <a:extLst>
              <a:ext uri="{FF2B5EF4-FFF2-40B4-BE49-F238E27FC236}">
                <a16:creationId xmlns:a16="http://schemas.microsoft.com/office/drawing/2014/main" id="{2F9EB189-380E-456D-B098-79F52799D57D}"/>
              </a:ext>
            </a:extLst>
          </p:cNvPr>
          <p:cNvGrpSpPr/>
          <p:nvPr/>
        </p:nvGrpSpPr>
        <p:grpSpPr>
          <a:xfrm>
            <a:off x="2693395" y="2971525"/>
            <a:ext cx="481150" cy="481150"/>
            <a:chOff x="2200299" y="4558362"/>
            <a:chExt cx="481150" cy="481150"/>
          </a:xfrm>
        </p:grpSpPr>
        <p:pic>
          <p:nvPicPr>
            <p:cNvPr id="109" name="Imagen 97">
              <a:extLst>
                <a:ext uri="{FF2B5EF4-FFF2-40B4-BE49-F238E27FC236}">
                  <a16:creationId xmlns:a16="http://schemas.microsoft.com/office/drawing/2014/main" id="{922481A7-52D5-4FDD-BF57-51608EE27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299" y="4558362"/>
              <a:ext cx="481150" cy="481150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10" name="Picture 99">
              <a:extLst>
                <a:ext uri="{FF2B5EF4-FFF2-40B4-BE49-F238E27FC236}">
                  <a16:creationId xmlns:a16="http://schemas.microsoft.com/office/drawing/2014/main" id="{CC2CE8DE-64B4-44F3-B7B7-3166F45BF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0826" y="4731278"/>
              <a:ext cx="320802" cy="168421"/>
            </a:xfrm>
            <a:prstGeom prst="rect">
              <a:avLst/>
            </a:prstGeom>
          </p:spPr>
        </p:pic>
      </p:grpSp>
      <p:sp>
        <p:nvSpPr>
          <p:cNvPr id="111" name="CuadroTexto 13">
            <a:extLst>
              <a:ext uri="{FF2B5EF4-FFF2-40B4-BE49-F238E27FC236}">
                <a16:creationId xmlns:a16="http://schemas.microsoft.com/office/drawing/2014/main" id="{CE93D347-23F1-45D6-9699-DF6C64CB6BA8}"/>
              </a:ext>
            </a:extLst>
          </p:cNvPr>
          <p:cNvSpPr txBox="1"/>
          <p:nvPr/>
        </p:nvSpPr>
        <p:spPr>
          <a:xfrm>
            <a:off x="1305733" y="3485778"/>
            <a:ext cx="2257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2">
                    <a:lumMod val="50000"/>
                  </a:schemeClr>
                </a:solidFill>
              </a:rPr>
              <a:t>Usuarios</a:t>
            </a:r>
          </a:p>
        </p:txBody>
      </p:sp>
      <p:pic>
        <p:nvPicPr>
          <p:cNvPr id="113" name="Picture 10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74B6813-53BB-4B47-A045-54254EBD1C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479" y="1135353"/>
            <a:ext cx="508872" cy="508872"/>
          </a:xfrm>
          <a:prstGeom prst="rect">
            <a:avLst/>
          </a:prstGeom>
        </p:spPr>
      </p:pic>
      <p:sp>
        <p:nvSpPr>
          <p:cNvPr id="116" name="CuadroTexto 13">
            <a:extLst>
              <a:ext uri="{FF2B5EF4-FFF2-40B4-BE49-F238E27FC236}">
                <a16:creationId xmlns:a16="http://schemas.microsoft.com/office/drawing/2014/main" id="{7DB601DD-7487-4816-8AA6-278C5AE33647}"/>
              </a:ext>
            </a:extLst>
          </p:cNvPr>
          <p:cNvSpPr txBox="1"/>
          <p:nvPr/>
        </p:nvSpPr>
        <p:spPr>
          <a:xfrm>
            <a:off x="7980897" y="1589413"/>
            <a:ext cx="684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2">
                    <a:lumMod val="50000"/>
                  </a:schemeClr>
                </a:solidFill>
              </a:rPr>
              <a:t>PUBLIC</a:t>
            </a:r>
          </a:p>
        </p:txBody>
      </p:sp>
      <p:cxnSp>
        <p:nvCxnSpPr>
          <p:cNvPr id="118" name="Straight Arrow Connector 108">
            <a:extLst>
              <a:ext uri="{FF2B5EF4-FFF2-40B4-BE49-F238E27FC236}">
                <a16:creationId xmlns:a16="http://schemas.microsoft.com/office/drawing/2014/main" id="{316772FF-89FE-4DCA-95A5-7C9206DFA6C4}"/>
              </a:ext>
            </a:extLst>
          </p:cNvPr>
          <p:cNvCxnSpPr>
            <a:cxnSpLocks/>
          </p:cNvCxnSpPr>
          <p:nvPr/>
        </p:nvCxnSpPr>
        <p:spPr>
          <a:xfrm flipH="1">
            <a:off x="3588374" y="1498947"/>
            <a:ext cx="4458105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Imagen 97">
            <a:extLst>
              <a:ext uri="{FF2B5EF4-FFF2-40B4-BE49-F238E27FC236}">
                <a16:creationId xmlns:a16="http://schemas.microsoft.com/office/drawing/2014/main" id="{181EDC76-53AF-4F16-9D08-4F7CAB657F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737" y="1308964"/>
            <a:ext cx="353013" cy="35301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1" name="Imagen 30">
            <a:extLst>
              <a:ext uri="{FF2B5EF4-FFF2-40B4-BE49-F238E27FC236}">
                <a16:creationId xmlns:a16="http://schemas.microsoft.com/office/drawing/2014/main" id="{569D1864-0298-4BBA-93C6-E9510D41E6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2511" y="4308231"/>
            <a:ext cx="211872" cy="211872"/>
          </a:xfrm>
          <a:prstGeom prst="rect">
            <a:avLst/>
          </a:prstGeom>
        </p:spPr>
      </p:pic>
      <p:sp>
        <p:nvSpPr>
          <p:cNvPr id="122" name="Rectangle 112">
            <a:extLst>
              <a:ext uri="{FF2B5EF4-FFF2-40B4-BE49-F238E27FC236}">
                <a16:creationId xmlns:a16="http://schemas.microsoft.com/office/drawing/2014/main" id="{BC7B19E3-EE0A-4BC6-B6DB-C68CDC1F10C7}"/>
              </a:ext>
            </a:extLst>
          </p:cNvPr>
          <p:cNvSpPr/>
          <p:nvPr/>
        </p:nvSpPr>
        <p:spPr>
          <a:xfrm>
            <a:off x="4350787" y="2649355"/>
            <a:ext cx="14990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NSG: Allow traffic from VNET</a:t>
            </a:r>
          </a:p>
        </p:txBody>
      </p:sp>
      <p:sp>
        <p:nvSpPr>
          <p:cNvPr id="126" name="Rectangle 113">
            <a:extLst>
              <a:ext uri="{FF2B5EF4-FFF2-40B4-BE49-F238E27FC236}">
                <a16:creationId xmlns:a16="http://schemas.microsoft.com/office/drawing/2014/main" id="{45927516-BC0F-49C7-A973-8570DE075682}"/>
              </a:ext>
            </a:extLst>
          </p:cNvPr>
          <p:cNvSpPr/>
          <p:nvPr/>
        </p:nvSpPr>
        <p:spPr>
          <a:xfrm>
            <a:off x="4350787" y="3487595"/>
            <a:ext cx="272542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NSG: Allow traffic from Azure Resources / Outbound IPs</a:t>
            </a:r>
          </a:p>
        </p:txBody>
      </p:sp>
      <p:sp>
        <p:nvSpPr>
          <p:cNvPr id="127" name="Rectangle 114">
            <a:extLst>
              <a:ext uri="{FF2B5EF4-FFF2-40B4-BE49-F238E27FC236}">
                <a16:creationId xmlns:a16="http://schemas.microsoft.com/office/drawing/2014/main" id="{2000211C-E213-478B-AFA0-F7F697C11D88}"/>
              </a:ext>
            </a:extLst>
          </p:cNvPr>
          <p:cNvSpPr/>
          <p:nvPr/>
        </p:nvSpPr>
        <p:spPr>
          <a:xfrm>
            <a:off x="3631532" y="4418160"/>
            <a:ext cx="74856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NSG: IP Filter</a:t>
            </a:r>
          </a:p>
        </p:txBody>
      </p:sp>
      <p:pic>
        <p:nvPicPr>
          <p:cNvPr id="128" name="Picture 116" descr="A close up of a logo&#10;&#10;Description generated with high confidence">
            <a:extLst>
              <a:ext uri="{FF2B5EF4-FFF2-40B4-BE49-F238E27FC236}">
                <a16:creationId xmlns:a16="http://schemas.microsoft.com/office/drawing/2014/main" id="{98FEAEA4-B67D-4676-B59D-70094B82DE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50" y="1235954"/>
            <a:ext cx="622474" cy="622474"/>
          </a:xfrm>
          <a:prstGeom prst="rect">
            <a:avLst/>
          </a:prstGeom>
        </p:spPr>
      </p:pic>
      <p:pic>
        <p:nvPicPr>
          <p:cNvPr id="129" name="Picture 118" descr="A close up of a logo&#10;&#10;Description generated with high confidence">
            <a:extLst>
              <a:ext uri="{FF2B5EF4-FFF2-40B4-BE49-F238E27FC236}">
                <a16:creationId xmlns:a16="http://schemas.microsoft.com/office/drawing/2014/main" id="{010ABC1D-397B-4E80-B835-41FE8E1C8D5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265" y="5409752"/>
            <a:ext cx="227747" cy="227747"/>
          </a:xfrm>
          <a:prstGeom prst="rect">
            <a:avLst/>
          </a:prstGeom>
        </p:spPr>
      </p:pic>
      <p:pic>
        <p:nvPicPr>
          <p:cNvPr id="130" name="Picture 122" descr="A close up of a logo&#10;&#10;Description generated with high confidence">
            <a:extLst>
              <a:ext uri="{FF2B5EF4-FFF2-40B4-BE49-F238E27FC236}">
                <a16:creationId xmlns:a16="http://schemas.microsoft.com/office/drawing/2014/main" id="{FBB1E247-72DA-4861-BC11-13AC39F14AF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265" y="3360238"/>
            <a:ext cx="227747" cy="227747"/>
          </a:xfrm>
          <a:prstGeom prst="rect">
            <a:avLst/>
          </a:prstGeom>
        </p:spPr>
      </p:pic>
      <p:sp>
        <p:nvSpPr>
          <p:cNvPr id="132" name="Rectangle 123">
            <a:extLst>
              <a:ext uri="{FF2B5EF4-FFF2-40B4-BE49-F238E27FC236}">
                <a16:creationId xmlns:a16="http://schemas.microsoft.com/office/drawing/2014/main" id="{572E2529-AAD4-4C22-8440-57C8B07705C4}"/>
              </a:ext>
            </a:extLst>
          </p:cNvPr>
          <p:cNvSpPr/>
          <p:nvPr/>
        </p:nvSpPr>
        <p:spPr>
          <a:xfrm>
            <a:off x="2117184" y="5498370"/>
            <a:ext cx="100672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WLD SPN</a:t>
            </a:r>
          </a:p>
        </p:txBody>
      </p:sp>
      <p:sp>
        <p:nvSpPr>
          <p:cNvPr id="133" name="Rectangle 124">
            <a:extLst>
              <a:ext uri="{FF2B5EF4-FFF2-40B4-BE49-F238E27FC236}">
                <a16:creationId xmlns:a16="http://schemas.microsoft.com/office/drawing/2014/main" id="{7FFDAD87-44A9-4AFD-9679-09F061A2704B}"/>
              </a:ext>
            </a:extLst>
          </p:cNvPr>
          <p:cNvSpPr/>
          <p:nvPr/>
        </p:nvSpPr>
        <p:spPr>
          <a:xfrm>
            <a:off x="2080446" y="3480263"/>
            <a:ext cx="100672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O365 ACCOUNT</a:t>
            </a:r>
          </a:p>
        </p:txBody>
      </p:sp>
      <p:pic>
        <p:nvPicPr>
          <p:cNvPr id="134" name="Picture 2" descr="A close up of a sign&#10;&#10;Description generated with high confidence">
            <a:extLst>
              <a:ext uri="{FF2B5EF4-FFF2-40B4-BE49-F238E27FC236}">
                <a16:creationId xmlns:a16="http://schemas.microsoft.com/office/drawing/2014/main" id="{FEBBBFF8-C71B-4847-ACF0-8238960A848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866" y="4215465"/>
            <a:ext cx="418262" cy="418262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9584E0-7B89-484F-BEFC-D228E55B55C8}"/>
              </a:ext>
            </a:extLst>
          </p:cNvPr>
          <p:cNvCxnSpPr>
            <a:stCxn id="91" idx="4"/>
          </p:cNvCxnSpPr>
          <p:nvPr/>
        </p:nvCxnSpPr>
        <p:spPr>
          <a:xfrm flipH="1">
            <a:off x="3521122" y="1564365"/>
            <a:ext cx="2621" cy="28569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C81B986-D2EB-4143-9251-C0F0D421BB7D}"/>
              </a:ext>
            </a:extLst>
          </p:cNvPr>
          <p:cNvCxnSpPr>
            <a:cxnSpLocks/>
            <a:endCxn id="134" idx="1"/>
          </p:cNvCxnSpPr>
          <p:nvPr/>
        </p:nvCxnSpPr>
        <p:spPr>
          <a:xfrm>
            <a:off x="3521122" y="4411963"/>
            <a:ext cx="1813744" cy="12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7134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A5E4F986F62E4E9427F30B20D2FFC6" ma:contentTypeVersion="16" ma:contentTypeDescription="Create a new document." ma:contentTypeScope="" ma:versionID="eabe24553a6c8f53033a01a01358557e">
  <xsd:schema xmlns:xsd="http://www.w3.org/2001/XMLSchema" xmlns:xs="http://www.w3.org/2001/XMLSchema" xmlns:p="http://schemas.microsoft.com/office/2006/metadata/properties" xmlns:ns2="c49722af-21ed-4ce1-a787-063fcc632a69" xmlns:ns3="7d97ce5f-88ad-46ad-a296-429e247abb5a" targetNamespace="http://schemas.microsoft.com/office/2006/metadata/properties" ma:root="true" ma:fieldsID="f99f45b6ac2abb5b4f8781599233d292" ns2:_="" ns3:_="">
    <xsd:import namespace="c49722af-21ed-4ce1-a787-063fcc632a69"/>
    <xsd:import namespace="7d97ce5f-88ad-46ad-a296-429e247abb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722af-21ed-4ce1-a787-063fcc632a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97ce5f-88ad-46ad-a296-429e247abb5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b80491c1-b099-4825-8178-1d763a31cbc1}" ma:internalName="TaxCatchAll" ma:showField="CatchAllData" ma:web="7d97ce5f-88ad-46ad-a296-429e247abb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9722af-21ed-4ce1-a787-063fcc632a69">
      <Terms xmlns="http://schemas.microsoft.com/office/infopath/2007/PartnerControls"/>
    </lcf76f155ced4ddcb4097134ff3c332f>
    <TaxCatchAll xmlns="7d97ce5f-88ad-46ad-a296-429e247abb5a" xsi:nil="true"/>
  </documentManagement>
</p:properties>
</file>

<file path=customXml/itemProps1.xml><?xml version="1.0" encoding="utf-8"?>
<ds:datastoreItem xmlns:ds="http://schemas.openxmlformats.org/officeDocument/2006/customXml" ds:itemID="{C8CC5126-ADF8-4DCD-AFE7-DD864864A51E}"/>
</file>

<file path=customXml/itemProps2.xml><?xml version="1.0" encoding="utf-8"?>
<ds:datastoreItem xmlns:ds="http://schemas.openxmlformats.org/officeDocument/2006/customXml" ds:itemID="{3C642B98-B95A-4A40-AF56-8178376F0974}"/>
</file>

<file path=customXml/itemProps3.xml><?xml version="1.0" encoding="utf-8"?>
<ds:datastoreItem xmlns:ds="http://schemas.openxmlformats.org/officeDocument/2006/customXml" ds:itemID="{7E15809D-18C0-4EBC-B681-1E14876A2D47}"/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91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Tema de Office</vt:lpstr>
      <vt:lpstr>Architecture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RESTREPO ALONSO PAULA</dc:creator>
  <cp:lastModifiedBy>Daniel Fernandez Rubio</cp:lastModifiedBy>
  <cp:revision>41</cp:revision>
  <dcterms:created xsi:type="dcterms:W3CDTF">2019-05-09T05:39:56Z</dcterms:created>
  <dcterms:modified xsi:type="dcterms:W3CDTF">2019-11-21T15:28:12Z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oardevol@microsoft.com</vt:lpwstr>
  </property>
  <property fmtid="{D5CDD505-2E9C-101B-9397-08002B2CF9AE}" pid="5" name="MSIP_Label_f42aa342-8706-4288-bd11-ebb85995028c_SetDate">
    <vt:lpwstr>2019-05-24T10:53:05.1501835Z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7e36b083-1d9e-4341-9eb8-ff9c3fc6c18b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ContentTypeId">
    <vt:lpwstr>0x01010022A5E4F986F62E4E9427F30B20D2FFC6</vt:lpwstr>
  </property>
</Properties>
</file>