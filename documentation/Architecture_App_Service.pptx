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D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A1637C-4E55-4E48-A59E-2D6BCBA4CFEC}" v="30" dt="2019-11-27T12:15:47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1.xml"/><Relationship Id="rId5" Type="http://schemas.openxmlformats.org/officeDocument/2006/relationships/viewProps" Target="viewProps.xml"/><Relationship Id="rId10" Type="http://schemas.microsoft.com/office/2015/10/relationships/revisionInfo" Target="revisionInfo.xml"/><Relationship Id="rId4" Type="http://schemas.openxmlformats.org/officeDocument/2006/relationships/presProps" Target="presProp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ernandez Rubio" userId="4d601e50-fd00-4ba1-803a-9da20cadd6cf" providerId="ADAL" clId="{8EA1637C-4E55-4E48-A59E-2D6BCBA4CFEC}"/>
    <pc:docChg chg="undo custSel addSld delSld modSld">
      <pc:chgData name="Daniel Fernandez Rubio" userId="4d601e50-fd00-4ba1-803a-9da20cadd6cf" providerId="ADAL" clId="{8EA1637C-4E55-4E48-A59E-2D6BCBA4CFEC}" dt="2019-11-27T12:19:01.337" v="719" actId="47"/>
      <pc:docMkLst>
        <pc:docMk/>
      </pc:docMkLst>
      <pc:sldChg chg="addSp modSp add del mod">
        <pc:chgData name="Daniel Fernandez Rubio" userId="4d601e50-fd00-4ba1-803a-9da20cadd6cf" providerId="ADAL" clId="{8EA1637C-4E55-4E48-A59E-2D6BCBA4CFEC}" dt="2019-11-27T11:02:20.080" v="111" actId="47"/>
        <pc:sldMkLst>
          <pc:docMk/>
          <pc:sldMk cId="428806076" sldId="258"/>
        </pc:sldMkLst>
        <pc:spChg chg="mod">
          <ac:chgData name="Daniel Fernandez Rubio" userId="4d601e50-fd00-4ba1-803a-9da20cadd6cf" providerId="ADAL" clId="{8EA1637C-4E55-4E48-A59E-2D6BCBA4CFEC}" dt="2019-11-27T11:00:20.585" v="35" actId="164"/>
          <ac:spMkLst>
            <pc:docMk/>
            <pc:sldMk cId="428806076" sldId="258"/>
            <ac:spMk id="17" creationId="{00000000-0000-0000-0000-000000000000}"/>
          </ac:spMkLst>
        </pc:spChg>
        <pc:spChg chg="mod">
          <ac:chgData name="Daniel Fernandez Rubio" userId="4d601e50-fd00-4ba1-803a-9da20cadd6cf" providerId="ADAL" clId="{8EA1637C-4E55-4E48-A59E-2D6BCBA4CFEC}" dt="2019-11-27T11:02:12.288" v="109" actId="1076"/>
          <ac:spMkLst>
            <pc:docMk/>
            <pc:sldMk cId="428806076" sldId="258"/>
            <ac:spMk id="19" creationId="{00000000-0000-0000-0000-000000000000}"/>
          </ac:spMkLst>
        </pc:spChg>
        <pc:spChg chg="mod">
          <ac:chgData name="Daniel Fernandez Rubio" userId="4d601e50-fd00-4ba1-803a-9da20cadd6cf" providerId="ADAL" clId="{8EA1637C-4E55-4E48-A59E-2D6BCBA4CFEC}" dt="2019-11-27T10:59:38.703" v="16" actId="1076"/>
          <ac:spMkLst>
            <pc:docMk/>
            <pc:sldMk cId="428806076" sldId="258"/>
            <ac:spMk id="37" creationId="{50442DB7-CF98-4227-B316-E67A28601FD2}"/>
          </ac:spMkLst>
        </pc:spChg>
        <pc:spChg chg="mod">
          <ac:chgData name="Daniel Fernandez Rubio" userId="4d601e50-fd00-4ba1-803a-9da20cadd6cf" providerId="ADAL" clId="{8EA1637C-4E55-4E48-A59E-2D6BCBA4CFEC}" dt="2019-11-27T11:00:20.585" v="35" actId="164"/>
          <ac:spMkLst>
            <pc:docMk/>
            <pc:sldMk cId="428806076" sldId="258"/>
            <ac:spMk id="40" creationId="{00000000-0000-0000-0000-000000000000}"/>
          </ac:spMkLst>
        </pc:spChg>
        <pc:grpChg chg="add mod">
          <ac:chgData name="Daniel Fernandez Rubio" userId="4d601e50-fd00-4ba1-803a-9da20cadd6cf" providerId="ADAL" clId="{8EA1637C-4E55-4E48-A59E-2D6BCBA4CFEC}" dt="2019-11-27T11:00:20.585" v="35" actId="164"/>
          <ac:grpSpMkLst>
            <pc:docMk/>
            <pc:sldMk cId="428806076" sldId="258"/>
            <ac:grpSpMk id="7" creationId="{333BEB95-2167-463A-AC56-8B8A6BD96ECF}"/>
          </ac:grpSpMkLst>
        </pc:grpChg>
        <pc:picChg chg="mod">
          <ac:chgData name="Daniel Fernandez Rubio" userId="4d601e50-fd00-4ba1-803a-9da20cadd6cf" providerId="ADAL" clId="{8EA1637C-4E55-4E48-A59E-2D6BCBA4CFEC}" dt="2019-11-27T11:00:20.585" v="35" actId="164"/>
          <ac:picMkLst>
            <pc:docMk/>
            <pc:sldMk cId="428806076" sldId="258"/>
            <ac:picMk id="8" creationId="{00000000-0000-0000-0000-000000000000}"/>
          </ac:picMkLst>
        </pc:picChg>
        <pc:picChg chg="mod">
          <ac:chgData name="Daniel Fernandez Rubio" userId="4d601e50-fd00-4ba1-803a-9da20cadd6cf" providerId="ADAL" clId="{8EA1637C-4E55-4E48-A59E-2D6BCBA4CFEC}" dt="2019-11-27T11:02:03.875" v="108" actId="1036"/>
          <ac:picMkLst>
            <pc:docMk/>
            <pc:sldMk cId="428806076" sldId="258"/>
            <ac:picMk id="28" creationId="{6849D6D6-7242-401E-95E4-79F1534A341F}"/>
          </ac:picMkLst>
        </pc:picChg>
        <pc:cxnChg chg="mod">
          <ac:chgData name="Daniel Fernandez Rubio" userId="4d601e50-fd00-4ba1-803a-9da20cadd6cf" providerId="ADAL" clId="{8EA1637C-4E55-4E48-A59E-2D6BCBA4CFEC}" dt="2019-11-27T11:01:55.905" v="82" actId="14100"/>
          <ac:cxnSpMkLst>
            <pc:docMk/>
            <pc:sldMk cId="428806076" sldId="258"/>
            <ac:cxnSpMk id="3" creationId="{00000000-0000-0000-0000-000000000000}"/>
          </ac:cxnSpMkLst>
        </pc:cxnChg>
        <pc:cxnChg chg="mod">
          <ac:chgData name="Daniel Fernandez Rubio" userId="4d601e50-fd00-4ba1-803a-9da20cadd6cf" providerId="ADAL" clId="{8EA1637C-4E55-4E48-A59E-2D6BCBA4CFEC}" dt="2019-11-27T11:00:01.417" v="21" actId="14100"/>
          <ac:cxnSpMkLst>
            <pc:docMk/>
            <pc:sldMk cId="428806076" sldId="258"/>
            <ac:cxnSpMk id="32" creationId="{7C7F9273-7164-4A39-AE30-B8D8CD6C80F7}"/>
          </ac:cxnSpMkLst>
        </pc:cxnChg>
        <pc:cxnChg chg="mod">
          <ac:chgData name="Daniel Fernandez Rubio" userId="4d601e50-fd00-4ba1-803a-9da20cadd6cf" providerId="ADAL" clId="{8EA1637C-4E55-4E48-A59E-2D6BCBA4CFEC}" dt="2019-11-27T11:01:20.030" v="72" actId="14100"/>
          <ac:cxnSpMkLst>
            <pc:docMk/>
            <pc:sldMk cId="428806076" sldId="258"/>
            <ac:cxnSpMk id="33" creationId="{21C798F1-FD2D-41F9-B06A-BBA23B8305ED}"/>
          </ac:cxnSpMkLst>
        </pc:cxnChg>
      </pc:sldChg>
      <pc:sldChg chg="del">
        <pc:chgData name="Daniel Fernandez Rubio" userId="4d601e50-fd00-4ba1-803a-9da20cadd6cf" providerId="ADAL" clId="{8EA1637C-4E55-4E48-A59E-2D6BCBA4CFEC}" dt="2019-11-27T12:19:01.337" v="719" actId="47"/>
        <pc:sldMkLst>
          <pc:docMk/>
          <pc:sldMk cId="2008362815" sldId="259"/>
        </pc:sldMkLst>
      </pc:sldChg>
      <pc:sldChg chg="del">
        <pc:chgData name="Daniel Fernandez Rubio" userId="4d601e50-fd00-4ba1-803a-9da20cadd6cf" providerId="ADAL" clId="{8EA1637C-4E55-4E48-A59E-2D6BCBA4CFEC}" dt="2019-11-27T11:17:34.679" v="126" actId="47"/>
        <pc:sldMkLst>
          <pc:docMk/>
          <pc:sldMk cId="1138847032" sldId="260"/>
        </pc:sldMkLst>
      </pc:sldChg>
      <pc:sldChg chg="modSp add del mod">
        <pc:chgData name="Daniel Fernandez Rubio" userId="4d601e50-fd00-4ba1-803a-9da20cadd6cf" providerId="ADAL" clId="{8EA1637C-4E55-4E48-A59E-2D6BCBA4CFEC}" dt="2019-11-27T11:02:29.251" v="112" actId="47"/>
        <pc:sldMkLst>
          <pc:docMk/>
          <pc:sldMk cId="598739565" sldId="261"/>
        </pc:sldMkLst>
        <pc:spChg chg="mod">
          <ac:chgData name="Daniel Fernandez Rubio" userId="4d601e50-fd00-4ba1-803a-9da20cadd6cf" providerId="ADAL" clId="{8EA1637C-4E55-4E48-A59E-2D6BCBA4CFEC}" dt="2019-11-27T10:58:29.367" v="1" actId="1076"/>
          <ac:spMkLst>
            <pc:docMk/>
            <pc:sldMk cId="598739565" sldId="261"/>
            <ac:spMk id="37" creationId="{50442DB7-CF98-4227-B316-E67A28601FD2}"/>
          </ac:spMkLst>
        </pc:spChg>
        <pc:picChg chg="mod">
          <ac:chgData name="Daniel Fernandez Rubio" userId="4d601e50-fd00-4ba1-803a-9da20cadd6cf" providerId="ADAL" clId="{8EA1637C-4E55-4E48-A59E-2D6BCBA4CFEC}" dt="2019-11-27T10:58:45.712" v="6" actId="1036"/>
          <ac:picMkLst>
            <pc:docMk/>
            <pc:sldMk cId="598739565" sldId="261"/>
            <ac:picMk id="28" creationId="{6849D6D6-7242-401E-95E4-79F1534A341F}"/>
          </ac:picMkLst>
        </pc:picChg>
        <pc:cxnChg chg="mod">
          <ac:chgData name="Daniel Fernandez Rubio" userId="4d601e50-fd00-4ba1-803a-9da20cadd6cf" providerId="ADAL" clId="{8EA1637C-4E55-4E48-A59E-2D6BCBA4CFEC}" dt="2019-11-27T10:58:45.712" v="6" actId="1036"/>
          <ac:cxnSpMkLst>
            <pc:docMk/>
            <pc:sldMk cId="598739565" sldId="261"/>
            <ac:cxnSpMk id="33" creationId="{21C798F1-FD2D-41F9-B06A-BBA23B8305ED}"/>
          </ac:cxnSpMkLst>
        </pc:cxnChg>
      </pc:sldChg>
      <pc:sldChg chg="addSp delSp modSp add mod">
        <pc:chgData name="Daniel Fernandez Rubio" userId="4d601e50-fd00-4ba1-803a-9da20cadd6cf" providerId="ADAL" clId="{8EA1637C-4E55-4E48-A59E-2D6BCBA4CFEC}" dt="2019-11-27T12:18:47.371" v="718" actId="14100"/>
        <pc:sldMkLst>
          <pc:docMk/>
          <pc:sldMk cId="2022960910" sldId="261"/>
        </pc:sldMkLst>
        <pc:spChg chg="del">
          <ac:chgData name="Daniel Fernandez Rubio" userId="4d601e50-fd00-4ba1-803a-9da20cadd6cf" providerId="ADAL" clId="{8EA1637C-4E55-4E48-A59E-2D6BCBA4CFEC}" dt="2019-11-27T11:56:12.696" v="163" actId="478"/>
          <ac:spMkLst>
            <pc:docMk/>
            <pc:sldMk cId="2022960910" sldId="261"/>
            <ac:spMk id="8" creationId="{00000000-0000-0000-0000-000000000000}"/>
          </ac:spMkLst>
        </pc:spChg>
        <pc:spChg chg="mod">
          <ac:chgData name="Daniel Fernandez Rubio" userId="4d601e50-fd00-4ba1-803a-9da20cadd6cf" providerId="ADAL" clId="{8EA1637C-4E55-4E48-A59E-2D6BCBA4CFEC}" dt="2019-11-27T12:09:09.961" v="594" actId="14100"/>
          <ac:spMkLst>
            <pc:docMk/>
            <pc:sldMk cId="2022960910" sldId="261"/>
            <ac:spMk id="20" creationId="{00000000-0000-0000-0000-000000000000}"/>
          </ac:spMkLst>
        </pc:spChg>
        <pc:spChg chg="del">
          <ac:chgData name="Daniel Fernandez Rubio" userId="4d601e50-fd00-4ba1-803a-9da20cadd6cf" providerId="ADAL" clId="{8EA1637C-4E55-4E48-A59E-2D6BCBA4CFEC}" dt="2019-11-27T11:55:58.797" v="158" actId="478"/>
          <ac:spMkLst>
            <pc:docMk/>
            <pc:sldMk cId="2022960910" sldId="261"/>
            <ac:spMk id="34" creationId="{E4C12E7E-D4F0-4206-9CD2-7F5602FAEC68}"/>
          </ac:spMkLst>
        </pc:spChg>
        <pc:spChg chg="del mod">
          <ac:chgData name="Daniel Fernandez Rubio" userId="4d601e50-fd00-4ba1-803a-9da20cadd6cf" providerId="ADAL" clId="{8EA1637C-4E55-4E48-A59E-2D6BCBA4CFEC}" dt="2019-11-27T11:56:14.955" v="165" actId="478"/>
          <ac:spMkLst>
            <pc:docMk/>
            <pc:sldMk cId="2022960910" sldId="261"/>
            <ac:spMk id="40" creationId="{7E7555A4-89BC-42E6-A6D8-00E0AC8497AC}"/>
          </ac:spMkLst>
        </pc:spChg>
        <pc:spChg chg="mod">
          <ac:chgData name="Daniel Fernandez Rubio" userId="4d601e50-fd00-4ba1-803a-9da20cadd6cf" providerId="ADAL" clId="{8EA1637C-4E55-4E48-A59E-2D6BCBA4CFEC}" dt="2019-11-27T11:57:34.784" v="282" actId="1037"/>
          <ac:spMkLst>
            <pc:docMk/>
            <pc:sldMk cId="2022960910" sldId="261"/>
            <ac:spMk id="53" creationId="{8F5B3D95-CD63-42F4-A232-4EB71E0CAB21}"/>
          </ac:spMkLst>
        </pc:spChg>
        <pc:spChg chg="del">
          <ac:chgData name="Daniel Fernandez Rubio" userId="4d601e50-fd00-4ba1-803a-9da20cadd6cf" providerId="ADAL" clId="{8EA1637C-4E55-4E48-A59E-2D6BCBA4CFEC}" dt="2019-11-27T11:56:11.205" v="162" actId="478"/>
          <ac:spMkLst>
            <pc:docMk/>
            <pc:sldMk cId="2022960910" sldId="261"/>
            <ac:spMk id="56" creationId="{E4C12E7E-D4F0-4206-9CD2-7F5602FAEC68}"/>
          </ac:spMkLst>
        </pc:spChg>
        <pc:spChg chg="mod">
          <ac:chgData name="Daniel Fernandez Rubio" userId="4d601e50-fd00-4ba1-803a-9da20cadd6cf" providerId="ADAL" clId="{8EA1637C-4E55-4E48-A59E-2D6BCBA4CFEC}" dt="2019-11-27T12:04:42.710" v="393" actId="1076"/>
          <ac:spMkLst>
            <pc:docMk/>
            <pc:sldMk cId="2022960910" sldId="261"/>
            <ac:spMk id="57" creationId="{9D620C34-A3A1-438E-9079-E85AEE566C00}"/>
          </ac:spMkLst>
        </pc:spChg>
        <pc:spChg chg="del">
          <ac:chgData name="Daniel Fernandez Rubio" userId="4d601e50-fd00-4ba1-803a-9da20cadd6cf" providerId="ADAL" clId="{8EA1637C-4E55-4E48-A59E-2D6BCBA4CFEC}" dt="2019-11-27T11:56:02.488" v="160" actId="478"/>
          <ac:spMkLst>
            <pc:docMk/>
            <pc:sldMk cId="2022960910" sldId="261"/>
            <ac:spMk id="59" creationId="{282527FB-8746-4A87-AFFC-287DFD254F2B}"/>
          </ac:spMkLst>
        </pc:spChg>
        <pc:spChg chg="add mod">
          <ac:chgData name="Daniel Fernandez Rubio" userId="4d601e50-fd00-4ba1-803a-9da20cadd6cf" providerId="ADAL" clId="{8EA1637C-4E55-4E48-A59E-2D6BCBA4CFEC}" dt="2019-11-27T11:58:32.879" v="301" actId="122"/>
          <ac:spMkLst>
            <pc:docMk/>
            <pc:sldMk cId="2022960910" sldId="261"/>
            <ac:spMk id="60" creationId="{90A7AB32-9CAA-4F90-8072-B965C4C7B395}"/>
          </ac:spMkLst>
        </pc:spChg>
        <pc:spChg chg="add del">
          <ac:chgData name="Daniel Fernandez Rubio" userId="4d601e50-fd00-4ba1-803a-9da20cadd6cf" providerId="ADAL" clId="{8EA1637C-4E55-4E48-A59E-2D6BCBA4CFEC}" dt="2019-11-27T11:52:04.650" v="135" actId="478"/>
          <ac:spMkLst>
            <pc:docMk/>
            <pc:sldMk cId="2022960910" sldId="261"/>
            <ac:spMk id="62" creationId="{44D4815F-DE23-40D5-B81A-B02D52670110}"/>
          </ac:spMkLst>
        </pc:spChg>
        <pc:spChg chg="add mod">
          <ac:chgData name="Daniel Fernandez Rubio" userId="4d601e50-fd00-4ba1-803a-9da20cadd6cf" providerId="ADAL" clId="{8EA1637C-4E55-4E48-A59E-2D6BCBA4CFEC}" dt="2019-11-27T12:05:11.787" v="402" actId="20577"/>
          <ac:spMkLst>
            <pc:docMk/>
            <pc:sldMk cId="2022960910" sldId="261"/>
            <ac:spMk id="63" creationId="{5F7D7448-C018-4AB9-AEF7-AB55F36103E0}"/>
          </ac:spMkLst>
        </pc:spChg>
        <pc:spChg chg="add mod">
          <ac:chgData name="Daniel Fernandez Rubio" userId="4d601e50-fd00-4ba1-803a-9da20cadd6cf" providerId="ADAL" clId="{8EA1637C-4E55-4E48-A59E-2D6BCBA4CFEC}" dt="2019-11-27T12:09:37.718" v="647" actId="1036"/>
          <ac:spMkLst>
            <pc:docMk/>
            <pc:sldMk cId="2022960910" sldId="261"/>
            <ac:spMk id="65" creationId="{408AA18B-B2C4-40EA-9E96-63ED024CD552}"/>
          </ac:spMkLst>
        </pc:spChg>
        <pc:spChg chg="mod">
          <ac:chgData name="Daniel Fernandez Rubio" userId="4d601e50-fd00-4ba1-803a-9da20cadd6cf" providerId="ADAL" clId="{8EA1637C-4E55-4E48-A59E-2D6BCBA4CFEC}" dt="2019-11-27T11:55:27.915" v="155" actId="1076"/>
          <ac:spMkLst>
            <pc:docMk/>
            <pc:sldMk cId="2022960910" sldId="261"/>
            <ac:spMk id="67" creationId="{7BF22451-0BBD-482A-8AD7-F607BB72E153}"/>
          </ac:spMkLst>
        </pc:spChg>
        <pc:spChg chg="del">
          <ac:chgData name="Daniel Fernandez Rubio" userId="4d601e50-fd00-4ba1-803a-9da20cadd6cf" providerId="ADAL" clId="{8EA1637C-4E55-4E48-A59E-2D6BCBA4CFEC}" dt="2019-11-27T11:56:25.275" v="167" actId="478"/>
          <ac:spMkLst>
            <pc:docMk/>
            <pc:sldMk cId="2022960910" sldId="261"/>
            <ac:spMk id="75" creationId="{7BF22451-0BBD-482A-8AD7-F607BB72E153}"/>
          </ac:spMkLst>
        </pc:spChg>
        <pc:spChg chg="mod">
          <ac:chgData name="Daniel Fernandez Rubio" userId="4d601e50-fd00-4ba1-803a-9da20cadd6cf" providerId="ADAL" clId="{8EA1637C-4E55-4E48-A59E-2D6BCBA4CFEC}" dt="2019-11-27T12:04:38.485" v="392" actId="1076"/>
          <ac:spMkLst>
            <pc:docMk/>
            <pc:sldMk cId="2022960910" sldId="261"/>
            <ac:spMk id="79" creationId="{A2D1B33B-BA61-47B8-86D0-0E2055477872}"/>
          </ac:spMkLst>
        </pc:spChg>
        <pc:spChg chg="add mod">
          <ac:chgData name="Daniel Fernandez Rubio" userId="4d601e50-fd00-4ba1-803a-9da20cadd6cf" providerId="ADAL" clId="{8EA1637C-4E55-4E48-A59E-2D6BCBA4CFEC}" dt="2019-11-27T12:04:05.539" v="388" actId="1037"/>
          <ac:spMkLst>
            <pc:docMk/>
            <pc:sldMk cId="2022960910" sldId="261"/>
            <ac:spMk id="89" creationId="{992458E8-8F8F-4834-A27D-3E5F2020718D}"/>
          </ac:spMkLst>
        </pc:spChg>
        <pc:spChg chg="add mod">
          <ac:chgData name="Daniel Fernandez Rubio" userId="4d601e50-fd00-4ba1-803a-9da20cadd6cf" providerId="ADAL" clId="{8EA1637C-4E55-4E48-A59E-2D6BCBA4CFEC}" dt="2019-11-27T12:05:03.514" v="401" actId="20577"/>
          <ac:spMkLst>
            <pc:docMk/>
            <pc:sldMk cId="2022960910" sldId="261"/>
            <ac:spMk id="103" creationId="{C9FC4426-E511-4306-B475-CA97EFCECD95}"/>
          </ac:spMkLst>
        </pc:spChg>
        <pc:spChg chg="mod">
          <ac:chgData name="Daniel Fernandez Rubio" userId="4d601e50-fd00-4ba1-803a-9da20cadd6cf" providerId="ADAL" clId="{8EA1637C-4E55-4E48-A59E-2D6BCBA4CFEC}" dt="2019-11-27T12:06:58.645" v="488" actId="1076"/>
          <ac:spMkLst>
            <pc:docMk/>
            <pc:sldMk cId="2022960910" sldId="261"/>
            <ac:spMk id="113" creationId="{BC7B19E3-EE0A-4BC6-B6DB-C68CDC1F10C7}"/>
          </ac:spMkLst>
        </pc:spChg>
        <pc:spChg chg="add mod">
          <ac:chgData name="Daniel Fernandez Rubio" userId="4d601e50-fd00-4ba1-803a-9da20cadd6cf" providerId="ADAL" clId="{8EA1637C-4E55-4E48-A59E-2D6BCBA4CFEC}" dt="2019-11-27T12:08:06.268" v="588" actId="1036"/>
          <ac:spMkLst>
            <pc:docMk/>
            <pc:sldMk cId="2022960910" sldId="261"/>
            <ac:spMk id="114" creationId="{C075348D-2284-4C46-9348-9523A45E8AE2}"/>
          </ac:spMkLst>
        </pc:spChg>
        <pc:spChg chg="add mod">
          <ac:chgData name="Daniel Fernandez Rubio" userId="4d601e50-fd00-4ba1-803a-9da20cadd6cf" providerId="ADAL" clId="{8EA1637C-4E55-4E48-A59E-2D6BCBA4CFEC}" dt="2019-11-27T12:08:21.610" v="591" actId="1076"/>
          <ac:spMkLst>
            <pc:docMk/>
            <pc:sldMk cId="2022960910" sldId="261"/>
            <ac:spMk id="116" creationId="{4821C77E-CD98-4063-B2CC-5B28D1910C13}"/>
          </ac:spMkLst>
        </pc:spChg>
        <pc:spChg chg="add mod">
          <ac:chgData name="Daniel Fernandez Rubio" userId="4d601e50-fd00-4ba1-803a-9da20cadd6cf" providerId="ADAL" clId="{8EA1637C-4E55-4E48-A59E-2D6BCBA4CFEC}" dt="2019-11-27T12:15:28.173" v="711" actId="1038"/>
          <ac:spMkLst>
            <pc:docMk/>
            <pc:sldMk cId="2022960910" sldId="261"/>
            <ac:spMk id="129" creationId="{8668C1AD-8137-409F-8F60-C6D92438F73F}"/>
          </ac:spMkLst>
        </pc:spChg>
        <pc:spChg chg="add mod">
          <ac:chgData name="Daniel Fernandez Rubio" userId="4d601e50-fd00-4ba1-803a-9da20cadd6cf" providerId="ADAL" clId="{8EA1637C-4E55-4E48-A59E-2D6BCBA4CFEC}" dt="2019-11-27T12:15:28.173" v="711" actId="1038"/>
          <ac:spMkLst>
            <pc:docMk/>
            <pc:sldMk cId="2022960910" sldId="261"/>
            <ac:spMk id="130" creationId="{581381F3-B115-4FAC-843C-F51856510229}"/>
          </ac:spMkLst>
        </pc:spChg>
        <pc:spChg chg="mod">
          <ac:chgData name="Daniel Fernandez Rubio" userId="4d601e50-fd00-4ba1-803a-9da20cadd6cf" providerId="ADAL" clId="{8EA1637C-4E55-4E48-A59E-2D6BCBA4CFEC}" dt="2019-11-27T11:51:34.241" v="131" actId="20577"/>
          <ac:spMkLst>
            <pc:docMk/>
            <pc:sldMk cId="2022960910" sldId="261"/>
            <ac:spMk id="131" creationId="{00000000-0000-0000-0000-000000000000}"/>
          </ac:spMkLst>
        </pc:spChg>
        <pc:spChg chg="add mod">
          <ac:chgData name="Daniel Fernandez Rubio" userId="4d601e50-fd00-4ba1-803a-9da20cadd6cf" providerId="ADAL" clId="{8EA1637C-4E55-4E48-A59E-2D6BCBA4CFEC}" dt="2019-11-27T12:15:56.605" v="715" actId="1076"/>
          <ac:spMkLst>
            <pc:docMk/>
            <pc:sldMk cId="2022960910" sldId="261"/>
            <ac:spMk id="145" creationId="{28194A0C-D400-4A21-BA78-FEFC1CC2D787}"/>
          </ac:spMkLst>
        </pc:spChg>
        <pc:grpChg chg="del">
          <ac:chgData name="Daniel Fernandez Rubio" userId="4d601e50-fd00-4ba1-803a-9da20cadd6cf" providerId="ADAL" clId="{8EA1637C-4E55-4E48-A59E-2D6BCBA4CFEC}" dt="2019-11-27T11:52:02.629" v="133" actId="478"/>
          <ac:grpSpMkLst>
            <pc:docMk/>
            <pc:sldMk cId="2022960910" sldId="261"/>
            <ac:grpSpMk id="68" creationId="{2F9EB189-380E-456D-B098-79F52799D57D}"/>
          </ac:grpSpMkLst>
        </pc:grpChg>
        <pc:picChg chg="del">
          <ac:chgData name="Daniel Fernandez Rubio" userId="4d601e50-fd00-4ba1-803a-9da20cadd6cf" providerId="ADAL" clId="{8EA1637C-4E55-4E48-A59E-2D6BCBA4CFEC}" dt="2019-11-27T11:56:13.488" v="164" actId="478"/>
          <ac:picMkLst>
            <pc:docMk/>
            <pc:sldMk cId="2022960910" sldId="261"/>
            <ac:picMk id="4" creationId="{00000000-0000-0000-0000-000000000000}"/>
          </ac:picMkLst>
        </pc:picChg>
        <pc:picChg chg="del">
          <ac:chgData name="Daniel Fernandez Rubio" userId="4d601e50-fd00-4ba1-803a-9da20cadd6cf" providerId="ADAL" clId="{8EA1637C-4E55-4E48-A59E-2D6BCBA4CFEC}" dt="2019-11-27T11:56:03.752" v="161" actId="478"/>
          <ac:picMkLst>
            <pc:docMk/>
            <pc:sldMk cId="2022960910" sldId="261"/>
            <ac:picMk id="55" creationId="{00000000-0000-0000-0000-000000000000}"/>
          </ac:picMkLst>
        </pc:picChg>
        <pc:picChg chg="del">
          <ac:chgData name="Daniel Fernandez Rubio" userId="4d601e50-fd00-4ba1-803a-9da20cadd6cf" providerId="ADAL" clId="{8EA1637C-4E55-4E48-A59E-2D6BCBA4CFEC}" dt="2019-11-27T11:56:00.063" v="159" actId="478"/>
          <ac:picMkLst>
            <pc:docMk/>
            <pc:sldMk cId="2022960910" sldId="261"/>
            <ac:picMk id="58" creationId="{765CA1B7-8A9A-4C56-AA2A-22BF6ABC22DF}"/>
          </ac:picMkLst>
        </pc:picChg>
        <pc:picChg chg="add mod">
          <ac:chgData name="Daniel Fernandez Rubio" userId="4d601e50-fd00-4ba1-803a-9da20cadd6cf" providerId="ADAL" clId="{8EA1637C-4E55-4E48-A59E-2D6BCBA4CFEC}" dt="2019-11-27T12:09:01.673" v="593" actId="14100"/>
          <ac:picMkLst>
            <pc:docMk/>
            <pc:sldMk cId="2022960910" sldId="261"/>
            <ac:picMk id="61" creationId="{147350F9-82E4-4AAE-AE6A-041639660679}"/>
          </ac:picMkLst>
        </pc:picChg>
        <pc:picChg chg="add mod">
          <ac:chgData name="Daniel Fernandez Rubio" userId="4d601e50-fd00-4ba1-803a-9da20cadd6cf" providerId="ADAL" clId="{8EA1637C-4E55-4E48-A59E-2D6BCBA4CFEC}" dt="2019-11-27T12:09:37.718" v="647" actId="1036"/>
          <ac:picMkLst>
            <pc:docMk/>
            <pc:sldMk cId="2022960910" sldId="261"/>
            <ac:picMk id="72" creationId="{33F6D6DC-4B5A-4F8B-8B22-30DA0B156AC6}"/>
          </ac:picMkLst>
        </pc:picChg>
        <pc:picChg chg="add mod">
          <ac:chgData name="Daniel Fernandez Rubio" userId="4d601e50-fd00-4ba1-803a-9da20cadd6cf" providerId="ADAL" clId="{8EA1637C-4E55-4E48-A59E-2D6BCBA4CFEC}" dt="2019-11-27T12:09:42.831" v="648" actId="1076"/>
          <ac:picMkLst>
            <pc:docMk/>
            <pc:sldMk cId="2022960910" sldId="261"/>
            <ac:picMk id="88" creationId="{7C2D929C-7517-4B21-83DB-BAAD4145F757}"/>
          </ac:picMkLst>
        </pc:picChg>
        <pc:cxnChg chg="mod">
          <ac:chgData name="Daniel Fernandez Rubio" userId="4d601e50-fd00-4ba1-803a-9da20cadd6cf" providerId="ADAL" clId="{8EA1637C-4E55-4E48-A59E-2D6BCBA4CFEC}" dt="2019-11-27T11:59:43.617" v="312" actId="14100"/>
          <ac:cxnSpMkLst>
            <pc:docMk/>
            <pc:sldMk cId="2022960910" sldId="261"/>
            <ac:cxnSpMk id="24" creationId="{112D1AB6-AD1D-4423-8A3E-0B7F9CBA9E3D}"/>
          </ac:cxnSpMkLst>
        </pc:cxnChg>
        <pc:cxnChg chg="mod">
          <ac:chgData name="Daniel Fernandez Rubio" userId="4d601e50-fd00-4ba1-803a-9da20cadd6cf" providerId="ADAL" clId="{8EA1637C-4E55-4E48-A59E-2D6BCBA4CFEC}" dt="2019-11-27T11:59:39.955" v="311" actId="14100"/>
          <ac:cxnSpMkLst>
            <pc:docMk/>
            <pc:sldMk cId="2022960910" sldId="261"/>
            <ac:cxnSpMk id="26" creationId="{B6453B18-FDC5-42E8-BFB5-54AECFD08501}"/>
          </ac:cxnSpMkLst>
        </pc:cxnChg>
        <pc:cxnChg chg="mod">
          <ac:chgData name="Daniel Fernandez Rubio" userId="4d601e50-fd00-4ba1-803a-9da20cadd6cf" providerId="ADAL" clId="{8EA1637C-4E55-4E48-A59E-2D6BCBA4CFEC}" dt="2019-11-27T12:13:51.207" v="655" actId="14100"/>
          <ac:cxnSpMkLst>
            <pc:docMk/>
            <pc:sldMk cId="2022960910" sldId="261"/>
            <ac:cxnSpMk id="28" creationId="{512811AF-3C57-4EDA-AB59-787E5A811D3D}"/>
          </ac:cxnSpMkLst>
        </pc:cxnChg>
        <pc:cxnChg chg="mod">
          <ac:chgData name="Daniel Fernandez Rubio" userId="4d601e50-fd00-4ba1-803a-9da20cadd6cf" providerId="ADAL" clId="{8EA1637C-4E55-4E48-A59E-2D6BCBA4CFEC}" dt="2019-11-27T12:09:01.673" v="593" actId="14100"/>
          <ac:cxnSpMkLst>
            <pc:docMk/>
            <pc:sldMk cId="2022960910" sldId="261"/>
            <ac:cxnSpMk id="46" creationId="{1510CEC4-9B58-4DE5-8B45-77CDBCBB71AA}"/>
          </ac:cxnSpMkLst>
        </pc:cxnChg>
        <pc:cxnChg chg="mod">
          <ac:chgData name="Daniel Fernandez Rubio" userId="4d601e50-fd00-4ba1-803a-9da20cadd6cf" providerId="ADAL" clId="{8EA1637C-4E55-4E48-A59E-2D6BCBA4CFEC}" dt="2019-11-27T12:06:52.685" v="487" actId="14100"/>
          <ac:cxnSpMkLst>
            <pc:docMk/>
            <pc:sldMk cId="2022960910" sldId="261"/>
            <ac:cxnSpMk id="51" creationId="{8892A885-1C8A-424A-AC0B-5ADE896A5C9F}"/>
          </ac:cxnSpMkLst>
        </pc:cxnChg>
        <pc:cxnChg chg="mod">
          <ac:chgData name="Daniel Fernandez Rubio" userId="4d601e50-fd00-4ba1-803a-9da20cadd6cf" providerId="ADAL" clId="{8EA1637C-4E55-4E48-A59E-2D6BCBA4CFEC}" dt="2019-11-27T12:04:38.485" v="392" actId="1076"/>
          <ac:cxnSpMkLst>
            <pc:docMk/>
            <pc:sldMk cId="2022960910" sldId="261"/>
            <ac:cxnSpMk id="54" creationId="{920E6CC7-9AE8-449B-8725-3BF37A8EF03C}"/>
          </ac:cxnSpMkLst>
        </pc:cxnChg>
        <pc:cxnChg chg="mod">
          <ac:chgData name="Daniel Fernandez Rubio" userId="4d601e50-fd00-4ba1-803a-9da20cadd6cf" providerId="ADAL" clId="{8EA1637C-4E55-4E48-A59E-2D6BCBA4CFEC}" dt="2019-11-27T12:06:49.155" v="486" actId="14100"/>
          <ac:cxnSpMkLst>
            <pc:docMk/>
            <pc:sldMk cId="2022960910" sldId="261"/>
            <ac:cxnSpMk id="66" creationId="{0456D49E-12E6-4CD5-9EE8-E5BA3C33AF4A}"/>
          </ac:cxnSpMkLst>
        </pc:cxnChg>
        <pc:cxnChg chg="mod">
          <ac:chgData name="Daniel Fernandez Rubio" userId="4d601e50-fd00-4ba1-803a-9da20cadd6cf" providerId="ADAL" clId="{8EA1637C-4E55-4E48-A59E-2D6BCBA4CFEC}" dt="2019-11-27T12:04:49.839" v="394" actId="14100"/>
          <ac:cxnSpMkLst>
            <pc:docMk/>
            <pc:sldMk cId="2022960910" sldId="261"/>
            <ac:cxnSpMk id="71" creationId="{C0ACDDA1-591B-4953-A9F7-054FC18C5C1E}"/>
          </ac:cxnSpMkLst>
        </pc:cxnChg>
        <pc:cxnChg chg="add del mod">
          <ac:chgData name="Daniel Fernandez Rubio" userId="4d601e50-fd00-4ba1-803a-9da20cadd6cf" providerId="ADAL" clId="{8EA1637C-4E55-4E48-A59E-2D6BCBA4CFEC}" dt="2019-11-27T11:52:37.741" v="142" actId="14100"/>
          <ac:cxnSpMkLst>
            <pc:docMk/>
            <pc:sldMk cId="2022960910" sldId="261"/>
            <ac:cxnSpMk id="74" creationId="{13823879-EFFB-48B4-A92D-D086D35B786A}"/>
          </ac:cxnSpMkLst>
        </pc:cxnChg>
        <pc:cxnChg chg="add mod">
          <ac:chgData name="Daniel Fernandez Rubio" userId="4d601e50-fd00-4ba1-803a-9da20cadd6cf" providerId="ADAL" clId="{8EA1637C-4E55-4E48-A59E-2D6BCBA4CFEC}" dt="2019-11-27T12:09:37.718" v="647" actId="1036"/>
          <ac:cxnSpMkLst>
            <pc:docMk/>
            <pc:sldMk cId="2022960910" sldId="261"/>
            <ac:cxnSpMk id="78" creationId="{B4D06822-3814-422E-82AB-E07670192505}"/>
          </ac:cxnSpMkLst>
        </pc:cxnChg>
        <pc:cxnChg chg="add mod">
          <ac:chgData name="Daniel Fernandez Rubio" userId="4d601e50-fd00-4ba1-803a-9da20cadd6cf" providerId="ADAL" clId="{8EA1637C-4E55-4E48-A59E-2D6BCBA4CFEC}" dt="2019-11-27T12:04:05.539" v="388" actId="1037"/>
          <ac:cxnSpMkLst>
            <pc:docMk/>
            <pc:sldMk cId="2022960910" sldId="261"/>
            <ac:cxnSpMk id="90" creationId="{56070AB3-DADC-46E7-9B57-DC1A0F0FBD5A}"/>
          </ac:cxnSpMkLst>
        </pc:cxnChg>
        <pc:cxnChg chg="mod">
          <ac:chgData name="Daniel Fernandez Rubio" userId="4d601e50-fd00-4ba1-803a-9da20cadd6cf" providerId="ADAL" clId="{8EA1637C-4E55-4E48-A59E-2D6BCBA4CFEC}" dt="2019-11-27T11:55:27.915" v="155" actId="1076"/>
          <ac:cxnSpMkLst>
            <pc:docMk/>
            <pc:sldMk cId="2022960910" sldId="261"/>
            <ac:cxnSpMk id="94" creationId="{0CBD575F-FD7A-49D0-983F-344B97140779}"/>
          </ac:cxnSpMkLst>
        </pc:cxnChg>
        <pc:cxnChg chg="add mod">
          <ac:chgData name="Daniel Fernandez Rubio" userId="4d601e50-fd00-4ba1-803a-9da20cadd6cf" providerId="ADAL" clId="{8EA1637C-4E55-4E48-A59E-2D6BCBA4CFEC}" dt="2019-11-27T12:04:05.539" v="388" actId="1037"/>
          <ac:cxnSpMkLst>
            <pc:docMk/>
            <pc:sldMk cId="2022960910" sldId="261"/>
            <ac:cxnSpMk id="102" creationId="{DD7E696B-3CCC-4730-B78C-BDE5D5EF25B2}"/>
          </ac:cxnSpMkLst>
        </pc:cxnChg>
        <pc:cxnChg chg="add mod">
          <ac:chgData name="Daniel Fernandez Rubio" userId="4d601e50-fd00-4ba1-803a-9da20cadd6cf" providerId="ADAL" clId="{8EA1637C-4E55-4E48-A59E-2D6BCBA4CFEC}" dt="2019-11-27T12:08:15.790" v="590" actId="14100"/>
          <ac:cxnSpMkLst>
            <pc:docMk/>
            <pc:sldMk cId="2022960910" sldId="261"/>
            <ac:cxnSpMk id="120" creationId="{90B9CA06-2CAD-42B2-A4DD-05271A6CCD5F}"/>
          </ac:cxnSpMkLst>
        </pc:cxnChg>
        <pc:cxnChg chg="add mod">
          <ac:chgData name="Daniel Fernandez Rubio" userId="4d601e50-fd00-4ba1-803a-9da20cadd6cf" providerId="ADAL" clId="{8EA1637C-4E55-4E48-A59E-2D6BCBA4CFEC}" dt="2019-11-27T12:15:28.173" v="711" actId="1038"/>
          <ac:cxnSpMkLst>
            <pc:docMk/>
            <pc:sldMk cId="2022960910" sldId="261"/>
            <ac:cxnSpMk id="128" creationId="{8C29C358-EBAA-4C6C-9496-86CCC40B20A9}"/>
          </ac:cxnSpMkLst>
        </pc:cxnChg>
        <pc:cxnChg chg="add mod">
          <ac:chgData name="Daniel Fernandez Rubio" userId="4d601e50-fd00-4ba1-803a-9da20cadd6cf" providerId="ADAL" clId="{8EA1637C-4E55-4E48-A59E-2D6BCBA4CFEC}" dt="2019-11-27T12:18:47.371" v="718" actId="14100"/>
          <ac:cxnSpMkLst>
            <pc:docMk/>
            <pc:sldMk cId="2022960910" sldId="261"/>
            <ac:cxnSpMk id="135" creationId="{69C56870-02A8-49FF-9FEB-0A9583786773}"/>
          </ac:cxnSpMkLst>
        </pc:cxnChg>
      </pc:sldChg>
      <pc:sldChg chg="add del">
        <pc:chgData name="Daniel Fernandez Rubio" userId="4d601e50-fd00-4ba1-803a-9da20cadd6cf" providerId="ADAL" clId="{8EA1637C-4E55-4E48-A59E-2D6BCBA4CFEC}" dt="2019-11-27T11:51:40.816" v="132" actId="47"/>
        <pc:sldMkLst>
          <pc:docMk/>
          <pc:sldMk cId="2911613465" sldId="262"/>
        </pc:sldMkLst>
      </pc:sldChg>
      <pc:sldChg chg="add">
        <pc:chgData name="Daniel Fernandez Rubio" userId="4d601e50-fd00-4ba1-803a-9da20cadd6cf" providerId="ADAL" clId="{8EA1637C-4E55-4E48-A59E-2D6BCBA4CFEC}" dt="2019-11-27T11:51:29.645" v="128"/>
        <pc:sldMkLst>
          <pc:docMk/>
          <pc:sldMk cId="1956699877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4126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377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2987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7125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1171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75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547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891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617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4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7012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EE8DC-E3F4-4B6E-9D07-6C6C15BC2D4A}" type="datetimeFigureOut">
              <a:rPr lang="es-ES" smtClean="0"/>
              <a:t>11/02/2020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9C488-C2A1-4FE5-ADF4-1A723AD91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390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hyperlink" Target="https://management.azure.com/" TargetMode="External"/><Relationship Id="rId10" Type="http://schemas.openxmlformats.org/officeDocument/2006/relationships/image" Target="../media/image12.png"/><Relationship Id="rId4" Type="http://schemas.openxmlformats.org/officeDocument/2006/relationships/hyperlink" Target="https://datalakestorename.azuredatalakestore.net/" TargetMode="External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>
            <a:cxnSpLocks/>
          </p:cNvCxnSpPr>
          <p:nvPr/>
        </p:nvCxnSpPr>
        <p:spPr>
          <a:xfrm>
            <a:off x="5601563" y="2944032"/>
            <a:ext cx="1551267" cy="0"/>
          </a:xfrm>
          <a:prstGeom prst="line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/>
          <p:cNvSpPr>
            <a:spLocks noGrp="1"/>
          </p:cNvSpPr>
          <p:nvPr>
            <p:ph type="ctrTitle"/>
          </p:nvPr>
        </p:nvSpPr>
        <p:spPr>
          <a:xfrm>
            <a:off x="2174543" y="926521"/>
            <a:ext cx="4039673" cy="822346"/>
          </a:xfrm>
        </p:spPr>
        <p:txBody>
          <a:bodyPr>
            <a:normAutofit fontScale="90000"/>
          </a:bodyPr>
          <a:lstStyle/>
          <a:p>
            <a:r>
              <a:rPr lang="es-ES" sz="3600" dirty="0"/>
              <a:t>Architecture Diagram</a:t>
            </a: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298" y="1758717"/>
            <a:ext cx="390145" cy="390145"/>
          </a:xfrm>
          <a:prstGeom prst="rect">
            <a:avLst/>
          </a:prstGeom>
        </p:spPr>
      </p:pic>
      <p:sp>
        <p:nvSpPr>
          <p:cNvPr id="23" name="CuadroTexto 22"/>
          <p:cNvSpPr txBox="1"/>
          <p:nvPr/>
        </p:nvSpPr>
        <p:spPr>
          <a:xfrm>
            <a:off x="2907623" y="1849508"/>
            <a:ext cx="736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WLD_RG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2465298" y="2148862"/>
            <a:ext cx="3709385" cy="239640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9">
            <a:extLst>
              <a:ext uri="{FF2B5EF4-FFF2-40B4-BE49-F238E27FC236}">
                <a16:creationId xmlns:a16="http://schemas.microsoft.com/office/drawing/2014/main" xmlns="" id="{3B893609-D9E8-421B-A84A-97EA87E674A5}"/>
              </a:ext>
            </a:extLst>
          </p:cNvPr>
          <p:cNvSpPr/>
          <p:nvPr/>
        </p:nvSpPr>
        <p:spPr>
          <a:xfrm>
            <a:off x="6759901" y="2148862"/>
            <a:ext cx="1456943" cy="239640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0" name="Imagen 4">
            <a:extLst>
              <a:ext uri="{FF2B5EF4-FFF2-40B4-BE49-F238E27FC236}">
                <a16:creationId xmlns:a16="http://schemas.microsoft.com/office/drawing/2014/main" xmlns="" id="{281DCC4E-3E68-4741-9B26-EB306C25CC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330" y="1758717"/>
            <a:ext cx="390145" cy="390145"/>
          </a:xfrm>
          <a:prstGeom prst="rect">
            <a:avLst/>
          </a:prstGeom>
        </p:spPr>
      </p:pic>
      <p:sp>
        <p:nvSpPr>
          <p:cNvPr id="31" name="CuadroTexto 6">
            <a:extLst>
              <a:ext uri="{FF2B5EF4-FFF2-40B4-BE49-F238E27FC236}">
                <a16:creationId xmlns:a16="http://schemas.microsoft.com/office/drawing/2014/main" xmlns="" id="{3F442F1D-DC65-4E0F-A78C-D633F26F41EF}"/>
              </a:ext>
            </a:extLst>
          </p:cNvPr>
          <p:cNvSpPr txBox="1"/>
          <p:nvPr/>
        </p:nvSpPr>
        <p:spPr>
          <a:xfrm>
            <a:off x="6973655" y="1849508"/>
            <a:ext cx="877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MGMT_RG</a:t>
            </a:r>
          </a:p>
        </p:txBody>
      </p:sp>
      <p:cxnSp>
        <p:nvCxnSpPr>
          <p:cNvPr id="32" name="Connector: Elbow 17">
            <a:extLst>
              <a:ext uri="{FF2B5EF4-FFF2-40B4-BE49-F238E27FC236}">
                <a16:creationId xmlns:a16="http://schemas.microsoft.com/office/drawing/2014/main" xmlns="" id="{7C7F9273-7164-4A39-AE30-B8D8CD6C80F7}"/>
              </a:ext>
            </a:extLst>
          </p:cNvPr>
          <p:cNvCxnSpPr>
            <a:cxnSpLocks/>
          </p:cNvCxnSpPr>
          <p:nvPr/>
        </p:nvCxnSpPr>
        <p:spPr>
          <a:xfrm flipV="1">
            <a:off x="4898621" y="3152151"/>
            <a:ext cx="414774" cy="290284"/>
          </a:xfrm>
          <a:prstGeom prst="bentConnector2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0">
            <a:extLst>
              <a:ext uri="{FF2B5EF4-FFF2-40B4-BE49-F238E27FC236}">
                <a16:creationId xmlns:a16="http://schemas.microsoft.com/office/drawing/2014/main" xmlns="" id="{8818A178-5D73-4ABC-8645-57E5FEF89129}"/>
              </a:ext>
            </a:extLst>
          </p:cNvPr>
          <p:cNvSpPr/>
          <p:nvPr/>
        </p:nvSpPr>
        <p:spPr>
          <a:xfrm>
            <a:off x="2967208" y="2348153"/>
            <a:ext cx="18269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Runtime: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java: 1.7, 1.8, 11 (TOMCAT &amp; JETTY)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python: 2.7, 3.4.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333BEB95-2167-463A-AC56-8B8A6BD96ECF}"/>
              </a:ext>
            </a:extLst>
          </p:cNvPr>
          <p:cNvGrpSpPr/>
          <p:nvPr/>
        </p:nvGrpSpPr>
        <p:grpSpPr>
          <a:xfrm>
            <a:off x="4151653" y="3152151"/>
            <a:ext cx="918649" cy="945685"/>
            <a:chOff x="4361930" y="3441809"/>
            <a:chExt cx="1942337" cy="1430973"/>
          </a:xfrm>
        </p:grpSpPr>
        <p:sp>
          <p:nvSpPr>
            <p:cNvPr id="17" name="Rectángulo 16"/>
            <p:cNvSpPr/>
            <p:nvPr/>
          </p:nvSpPr>
          <p:spPr>
            <a:xfrm>
              <a:off x="4856768" y="3441809"/>
              <a:ext cx="971485" cy="71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8393" y="3495978"/>
              <a:ext cx="624639" cy="624639"/>
            </a:xfrm>
            <a:prstGeom prst="rect">
              <a:avLst/>
            </a:prstGeom>
          </p:spPr>
        </p:pic>
        <p:sp>
          <p:nvSpPr>
            <p:cNvPr id="40" name="CuadroTexto 39"/>
            <p:cNvSpPr txBox="1"/>
            <p:nvPr/>
          </p:nvSpPr>
          <p:spPr>
            <a:xfrm>
              <a:off x="4361930" y="4174209"/>
              <a:ext cx="1942337" cy="698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dirty="0">
                  <a:solidFill>
                    <a:srgbClr val="0070C0"/>
                  </a:solidFill>
                </a:rPr>
                <a:t>App </a:t>
              </a:r>
              <a:r>
                <a:rPr lang="es-ES" sz="1200" dirty="0" smtClean="0">
                  <a:solidFill>
                    <a:srgbClr val="0070C0"/>
                  </a:solidFill>
                </a:rPr>
                <a:t>Service</a:t>
              </a:r>
            </a:p>
            <a:p>
              <a:r>
                <a:rPr lang="es-ES" sz="1200" dirty="0" smtClean="0">
                  <a:solidFill>
                    <a:srgbClr val="0070C0"/>
                  </a:solidFill>
                </a:rPr>
                <a:t>Plan</a:t>
              </a:r>
              <a:endParaRPr lang="es-ES" sz="1200" dirty="0">
                <a:solidFill>
                  <a:srgbClr val="0070C0"/>
                </a:solidFill>
              </a:endParaRPr>
            </a:p>
          </p:txBody>
        </p:sp>
      </p:grpSp>
      <p:pic>
        <p:nvPicPr>
          <p:cNvPr id="22" name="Picture 2" descr="Resultado de imagen de app service environment icon v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208" y="2889012"/>
            <a:ext cx="385999" cy="3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056" y="2735605"/>
            <a:ext cx="468048" cy="416855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2548318" y="3289676"/>
            <a:ext cx="1753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App Service Environment</a:t>
            </a:r>
            <a:endParaRPr lang="es-ES" sz="1200" dirty="0">
              <a:solidFill>
                <a:srgbClr val="0070C0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2457115" y="2148862"/>
            <a:ext cx="3709385" cy="239640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angle 21">
            <a:extLst>
              <a:ext uri="{FF2B5EF4-FFF2-40B4-BE49-F238E27FC236}">
                <a16:creationId xmlns:a16="http://schemas.microsoft.com/office/drawing/2014/main" xmlns="" id="{50442DB7-CF98-4227-B316-E67A28601FD2}"/>
              </a:ext>
            </a:extLst>
          </p:cNvPr>
          <p:cNvSpPr/>
          <p:nvPr/>
        </p:nvSpPr>
        <p:spPr>
          <a:xfrm>
            <a:off x="4973520" y="2471263"/>
            <a:ext cx="111963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/>
              <a:t>Azure Functions Apps</a:t>
            </a:r>
            <a:endParaRPr lang="en-US" sz="8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3631" y="2650743"/>
            <a:ext cx="457632" cy="586578"/>
          </a:xfrm>
          <a:prstGeom prst="rect">
            <a:avLst/>
          </a:prstGeom>
        </p:spPr>
      </p:pic>
      <p:sp>
        <p:nvSpPr>
          <p:cNvPr id="36" name="CuadroTexto 35"/>
          <p:cNvSpPr txBox="1"/>
          <p:nvPr/>
        </p:nvSpPr>
        <p:spPr>
          <a:xfrm>
            <a:off x="6884496" y="3208517"/>
            <a:ext cx="1055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smtClean="0">
                <a:solidFill>
                  <a:srgbClr val="0070C0"/>
                </a:solidFill>
              </a:rPr>
              <a:t>Azure Insights</a:t>
            </a:r>
            <a:endParaRPr lang="es-E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0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3747781" y="1137122"/>
            <a:ext cx="115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AZURE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73407" y="3415688"/>
            <a:ext cx="1768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App Service Environment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3458657" y="1389893"/>
            <a:ext cx="5763580" cy="407821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CuadroTexto 130"/>
          <p:cNvSpPr txBox="1"/>
          <p:nvPr/>
        </p:nvSpPr>
        <p:spPr>
          <a:xfrm>
            <a:off x="197597" y="141937"/>
            <a:ext cx="3905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Networking</a:t>
            </a:r>
            <a:r>
              <a:rPr lang="es-ES" sz="2000" dirty="0"/>
              <a:t> </a:t>
            </a:r>
            <a:r>
              <a:rPr lang="es-ES" sz="2400" dirty="0"/>
              <a:t>Diagram with ASE</a:t>
            </a:r>
            <a:endParaRPr lang="es-ES" sz="2000" dirty="0"/>
          </a:p>
        </p:txBody>
      </p:sp>
      <p:pic>
        <p:nvPicPr>
          <p:cNvPr id="29" name="Imagen 97">
            <a:extLst>
              <a:ext uri="{FF2B5EF4-FFF2-40B4-BE49-F238E27FC236}">
                <a16:creationId xmlns:a16="http://schemas.microsoft.com/office/drawing/2014/main" xmlns="" id="{B10C8FD7-1741-4B5C-B90E-A20137B40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656" y="1053438"/>
            <a:ext cx="353013" cy="353013"/>
          </a:xfrm>
          <a:prstGeom prst="rect">
            <a:avLst/>
          </a:prstGeom>
        </p:spPr>
      </p:pic>
      <p:pic>
        <p:nvPicPr>
          <p:cNvPr id="30" name="Imagen 10">
            <a:extLst>
              <a:ext uri="{FF2B5EF4-FFF2-40B4-BE49-F238E27FC236}">
                <a16:creationId xmlns:a16="http://schemas.microsoft.com/office/drawing/2014/main" xmlns="" id="{765CA1B7-8A9A-4C56-AA2A-22BF6ABC22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43" y="1698733"/>
            <a:ext cx="279942" cy="279942"/>
          </a:xfrm>
          <a:prstGeom prst="rect">
            <a:avLst/>
          </a:prstGeom>
        </p:spPr>
      </p:pic>
      <p:sp>
        <p:nvSpPr>
          <p:cNvPr id="33" name="CuadroTexto 13">
            <a:extLst>
              <a:ext uri="{FF2B5EF4-FFF2-40B4-BE49-F238E27FC236}">
                <a16:creationId xmlns:a16="http://schemas.microsoft.com/office/drawing/2014/main" xmlns="" id="{282527FB-8746-4A87-AFFC-287DFD254F2B}"/>
              </a:ext>
            </a:extLst>
          </p:cNvPr>
          <p:cNvSpPr txBox="1"/>
          <p:nvPr/>
        </p:nvSpPr>
        <p:spPr>
          <a:xfrm>
            <a:off x="6908882" y="1688462"/>
            <a:ext cx="2257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WLD_VNET</a:t>
            </a:r>
          </a:p>
        </p:txBody>
      </p:sp>
      <p:sp>
        <p:nvSpPr>
          <p:cNvPr id="34" name="Rectángulo 23">
            <a:extLst>
              <a:ext uri="{FF2B5EF4-FFF2-40B4-BE49-F238E27FC236}">
                <a16:creationId xmlns:a16="http://schemas.microsoft.com/office/drawing/2014/main" xmlns="" id="{E4C12E7E-D4F0-4206-9CD2-7F5602FAEC68}"/>
              </a:ext>
            </a:extLst>
          </p:cNvPr>
          <p:cNvSpPr/>
          <p:nvPr/>
        </p:nvSpPr>
        <p:spPr>
          <a:xfrm>
            <a:off x="4883352" y="3227185"/>
            <a:ext cx="3718980" cy="157175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84">
            <a:extLst>
              <a:ext uri="{FF2B5EF4-FFF2-40B4-BE49-F238E27FC236}">
                <a16:creationId xmlns:a16="http://schemas.microsoft.com/office/drawing/2014/main" xmlns="" id="{CA94C0F4-2B6B-4264-9F07-D6D9FA77CAA5}"/>
              </a:ext>
            </a:extLst>
          </p:cNvPr>
          <p:cNvSpPr txBox="1"/>
          <p:nvPr/>
        </p:nvSpPr>
        <p:spPr>
          <a:xfrm>
            <a:off x="6528746" y="2181278"/>
            <a:ext cx="1289777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WLD_Resource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7E7555A4-89BC-42E6-A6D8-00E0AC8497AC}"/>
              </a:ext>
            </a:extLst>
          </p:cNvPr>
          <p:cNvSpPr/>
          <p:nvPr/>
        </p:nvSpPr>
        <p:spPr>
          <a:xfrm>
            <a:off x="4875947" y="4349419"/>
            <a:ext cx="1282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Data plane:</a:t>
            </a:r>
          </a:p>
          <a:p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  <a:hlinkClick r:id="rId4"/>
              </a:rPr>
              <a:t>https://</a:t>
            </a:r>
            <a:r>
              <a:rPr lang="es-ES" sz="800" i="1" dirty="0">
                <a:solidFill>
                  <a:srgbClr val="000000"/>
                </a:solidFill>
                <a:latin typeface="Segoe UI" panose="020B0502040204020203" pitchFamily="34" charset="0"/>
              </a:rPr>
              <a:t>*.dns_sufix</a:t>
            </a:r>
            <a:endParaRPr lang="es-ES" sz="800" dirty="0"/>
          </a:p>
          <a:p>
            <a:endParaRPr lang="en-US" sz="800" dirty="0"/>
          </a:p>
        </p:txBody>
      </p:sp>
      <p:sp>
        <p:nvSpPr>
          <p:cNvPr id="53" name="CuadroTexto 84">
            <a:extLst>
              <a:ext uri="{FF2B5EF4-FFF2-40B4-BE49-F238E27FC236}">
                <a16:creationId xmlns:a16="http://schemas.microsoft.com/office/drawing/2014/main" xmlns="" id="{8F5B3D95-CD63-42F4-A232-4EB71E0CAB21}"/>
              </a:ext>
            </a:extLst>
          </p:cNvPr>
          <p:cNvSpPr txBox="1"/>
          <p:nvPr/>
        </p:nvSpPr>
        <p:spPr>
          <a:xfrm>
            <a:off x="7093141" y="4908231"/>
            <a:ext cx="1313649" cy="52322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Azure Management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xmlns="" id="{920E6CC7-9AE8-449B-8725-3BF37A8EF03C}"/>
              </a:ext>
            </a:extLst>
          </p:cNvPr>
          <p:cNvCxnSpPr>
            <a:cxnSpLocks/>
            <a:stCxn id="53" idx="2"/>
            <a:endCxn id="79" idx="4"/>
          </p:cNvCxnSpPr>
          <p:nvPr/>
        </p:nvCxnSpPr>
        <p:spPr>
          <a:xfrm flipH="1">
            <a:off x="7749965" y="5431451"/>
            <a:ext cx="1" cy="605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9D620C34-A3A1-438E-9079-E85AEE566C00}"/>
              </a:ext>
            </a:extLst>
          </p:cNvPr>
          <p:cNvSpPr/>
          <p:nvPr/>
        </p:nvSpPr>
        <p:spPr>
          <a:xfrm>
            <a:off x="6114080" y="5514141"/>
            <a:ext cx="16065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Management plane:</a:t>
            </a:r>
          </a:p>
          <a:p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  <a:hlinkClick r:id="rId5"/>
              </a:rPr>
              <a:t>https://management.azure.com</a:t>
            </a:r>
            <a:endParaRPr lang="en-US" sz="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https://public_ip:454-455</a:t>
            </a:r>
            <a:endParaRPr lang="en-US" sz="8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1510CEC4-9B58-4DE5-8B45-77CDBCBB71AA}"/>
              </a:ext>
            </a:extLst>
          </p:cNvPr>
          <p:cNvCxnSpPr>
            <a:cxnSpLocks/>
          </p:cNvCxnSpPr>
          <p:nvPr/>
        </p:nvCxnSpPr>
        <p:spPr>
          <a:xfrm flipV="1">
            <a:off x="7773190" y="4494137"/>
            <a:ext cx="3050" cy="414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xmlns="" id="{8892A885-1C8A-424A-AC0B-5ADE896A5C9F}"/>
              </a:ext>
            </a:extLst>
          </p:cNvPr>
          <p:cNvCxnSpPr>
            <a:cxnSpLocks/>
          </p:cNvCxnSpPr>
          <p:nvPr/>
        </p:nvCxnSpPr>
        <p:spPr>
          <a:xfrm>
            <a:off x="3982141" y="2359367"/>
            <a:ext cx="0" cy="1619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xmlns="" id="{7BF22451-0BBD-482A-8AD7-F607BB72E153}"/>
              </a:ext>
            </a:extLst>
          </p:cNvPr>
          <p:cNvSpPr/>
          <p:nvPr/>
        </p:nvSpPr>
        <p:spPr>
          <a:xfrm>
            <a:off x="2861314" y="1187348"/>
            <a:ext cx="129259" cy="134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ángulo 19">
            <a:extLst>
              <a:ext uri="{FF2B5EF4-FFF2-40B4-BE49-F238E27FC236}">
                <a16:creationId xmlns:a16="http://schemas.microsoft.com/office/drawing/2014/main" xmlns="" id="{5243690B-7E9A-4249-8DA1-AA3159E823AF}"/>
              </a:ext>
            </a:extLst>
          </p:cNvPr>
          <p:cNvSpPr/>
          <p:nvPr/>
        </p:nvSpPr>
        <p:spPr>
          <a:xfrm>
            <a:off x="295802" y="1389898"/>
            <a:ext cx="2165056" cy="407821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xmlns="" id="{A2D1B33B-BA61-47B8-86D0-0E2055477872}"/>
              </a:ext>
            </a:extLst>
          </p:cNvPr>
          <p:cNvSpPr/>
          <p:nvPr/>
        </p:nvSpPr>
        <p:spPr>
          <a:xfrm>
            <a:off x="7685335" y="5902276"/>
            <a:ext cx="129259" cy="134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CuadroTexto 84">
            <a:extLst>
              <a:ext uri="{FF2B5EF4-FFF2-40B4-BE49-F238E27FC236}">
                <a16:creationId xmlns:a16="http://schemas.microsoft.com/office/drawing/2014/main" xmlns="" id="{9AF95CDD-AA64-4CF4-9C6D-C56D0A0F7C0F}"/>
              </a:ext>
            </a:extLst>
          </p:cNvPr>
          <p:cNvSpPr txBox="1"/>
          <p:nvPr/>
        </p:nvSpPr>
        <p:spPr>
          <a:xfrm>
            <a:off x="575857" y="4712223"/>
            <a:ext cx="1313649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DevOps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xmlns="" id="{C0ACDDA1-591B-4953-A9F7-054FC18C5C1E}"/>
              </a:ext>
            </a:extLst>
          </p:cNvPr>
          <p:cNvCxnSpPr>
            <a:stCxn id="80" idx="3"/>
            <a:endCxn id="79" idx="2"/>
          </p:cNvCxnSpPr>
          <p:nvPr/>
        </p:nvCxnSpPr>
        <p:spPr>
          <a:xfrm>
            <a:off x="1889506" y="4866112"/>
            <a:ext cx="5795829" cy="1103340"/>
          </a:xfrm>
          <a:prstGeom prst="bentConnector3">
            <a:avLst>
              <a:gd name="adj1" fmla="val 17975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xmlns="" id="{13823879-EFFB-48B4-A92D-D086D35B786A}"/>
              </a:ext>
            </a:extLst>
          </p:cNvPr>
          <p:cNvCxnSpPr>
            <a:cxnSpLocks/>
            <a:endCxn id="69" idx="2"/>
          </p:cNvCxnSpPr>
          <p:nvPr/>
        </p:nvCxnSpPr>
        <p:spPr>
          <a:xfrm rot="5400000" flipH="1" flipV="1">
            <a:off x="586324" y="2535579"/>
            <a:ext cx="3404588" cy="1274651"/>
          </a:xfrm>
          <a:prstGeom prst="bentConnector3">
            <a:avLst>
              <a:gd name="adj1" fmla="val -109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80" descr="A close up of a logo&#10;&#10;Description generated with very high confidence">
            <a:extLst>
              <a:ext uri="{FF2B5EF4-FFF2-40B4-BE49-F238E27FC236}">
                <a16:creationId xmlns:a16="http://schemas.microsoft.com/office/drawing/2014/main" xmlns="" id="{6B96AE16-CB5D-4A7D-8A77-541F0C3455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79" y="2542189"/>
            <a:ext cx="508872" cy="508872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xmlns="" id="{DC480418-0944-4436-9508-0C38E0E8D207}"/>
              </a:ext>
            </a:extLst>
          </p:cNvPr>
          <p:cNvGrpSpPr/>
          <p:nvPr/>
        </p:nvGrpSpPr>
        <p:grpSpPr>
          <a:xfrm>
            <a:off x="2200299" y="4558362"/>
            <a:ext cx="481150" cy="481150"/>
            <a:chOff x="2200299" y="4558362"/>
            <a:chExt cx="481150" cy="481150"/>
          </a:xfrm>
        </p:grpSpPr>
        <p:pic>
          <p:nvPicPr>
            <p:cNvPr id="92" name="Imagen 97">
              <a:extLst>
                <a:ext uri="{FF2B5EF4-FFF2-40B4-BE49-F238E27FC236}">
                  <a16:creationId xmlns:a16="http://schemas.microsoft.com/office/drawing/2014/main" xmlns="" id="{31FD91E6-7F75-444B-9714-342449311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99" y="4558362"/>
              <a:ext cx="481150" cy="48115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xmlns="" id="{0FA45F33-A524-4092-9C37-282EC8A66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26" y="4731278"/>
              <a:ext cx="320802" cy="168421"/>
            </a:xfrm>
            <a:prstGeom prst="rect">
              <a:avLst/>
            </a:prstGeom>
          </p:spPr>
        </p:pic>
      </p:grp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xmlns="" id="{0CBD575F-FD7A-49D0-983F-344B97140779}"/>
              </a:ext>
            </a:extLst>
          </p:cNvPr>
          <p:cNvCxnSpPr>
            <a:cxnSpLocks/>
            <a:stCxn id="81" idx="3"/>
            <a:endCxn id="69" idx="2"/>
          </p:cNvCxnSpPr>
          <p:nvPr/>
        </p:nvCxnSpPr>
        <p:spPr>
          <a:xfrm flipV="1">
            <a:off x="1406151" y="1470610"/>
            <a:ext cx="1519793" cy="1326015"/>
          </a:xfrm>
          <a:prstGeom prst="bentConnector2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xmlns="" id="{2F9EB189-380E-456D-B098-79F52799D57D}"/>
              </a:ext>
            </a:extLst>
          </p:cNvPr>
          <p:cNvGrpSpPr/>
          <p:nvPr/>
        </p:nvGrpSpPr>
        <p:grpSpPr>
          <a:xfrm>
            <a:off x="2191119" y="2495006"/>
            <a:ext cx="481150" cy="481150"/>
            <a:chOff x="2200299" y="4558362"/>
            <a:chExt cx="481150" cy="481150"/>
          </a:xfrm>
        </p:grpSpPr>
        <p:pic>
          <p:nvPicPr>
            <p:cNvPr id="99" name="Imagen 97">
              <a:extLst>
                <a:ext uri="{FF2B5EF4-FFF2-40B4-BE49-F238E27FC236}">
                  <a16:creationId xmlns:a16="http://schemas.microsoft.com/office/drawing/2014/main" xmlns="" id="{922481A7-52D5-4FDD-BF57-51608EE27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99" y="4558362"/>
              <a:ext cx="481150" cy="48115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xmlns="" id="{CC2CE8DE-64B4-44F3-B7B7-3166F45BF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26" y="4731278"/>
              <a:ext cx="320802" cy="168421"/>
            </a:xfrm>
            <a:prstGeom prst="rect">
              <a:avLst/>
            </a:prstGeom>
          </p:spPr>
        </p:pic>
      </p:grpSp>
      <p:sp>
        <p:nvSpPr>
          <p:cNvPr id="101" name="CuadroTexto 13">
            <a:extLst>
              <a:ext uri="{FF2B5EF4-FFF2-40B4-BE49-F238E27FC236}">
                <a16:creationId xmlns:a16="http://schemas.microsoft.com/office/drawing/2014/main" xmlns="" id="{CE93D347-23F1-45D6-9699-DF6C64CB6BA8}"/>
              </a:ext>
            </a:extLst>
          </p:cNvPr>
          <p:cNvSpPr txBox="1"/>
          <p:nvPr/>
        </p:nvSpPr>
        <p:spPr>
          <a:xfrm>
            <a:off x="803457" y="3009259"/>
            <a:ext cx="2257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2">
                    <a:lumMod val="50000"/>
                  </a:schemeClr>
                </a:solidFill>
              </a:rPr>
              <a:t>Usuarios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xmlns="" id="{BC7B19E3-EE0A-4BC6-B6DB-C68CDC1F10C7}"/>
              </a:ext>
            </a:extLst>
          </p:cNvPr>
          <p:cNvSpPr/>
          <p:nvPr/>
        </p:nvSpPr>
        <p:spPr>
          <a:xfrm>
            <a:off x="3694337" y="2102765"/>
            <a:ext cx="272542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NSG: Allow traffic from VNET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xmlns="" id="{2000211C-E213-478B-AFA0-F7F697C11D88}"/>
              </a:ext>
            </a:extLst>
          </p:cNvPr>
          <p:cNvSpPr/>
          <p:nvPr/>
        </p:nvSpPr>
        <p:spPr>
          <a:xfrm>
            <a:off x="4014040" y="3610133"/>
            <a:ext cx="74856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NSG: IP Filter</a:t>
            </a:r>
          </a:p>
        </p:txBody>
      </p:sp>
      <p:pic>
        <p:nvPicPr>
          <p:cNvPr id="117" name="Picture 116" descr="A close up of a logo&#10;&#10;Description generated with high confidence">
            <a:extLst>
              <a:ext uri="{FF2B5EF4-FFF2-40B4-BE49-F238E27FC236}">
                <a16:creationId xmlns:a16="http://schemas.microsoft.com/office/drawing/2014/main" xmlns="" id="{98FEAEA4-B67D-4676-B59D-70094B82DEE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74" y="759435"/>
            <a:ext cx="622474" cy="622474"/>
          </a:xfrm>
          <a:prstGeom prst="rect">
            <a:avLst/>
          </a:prstGeom>
        </p:spPr>
      </p:pic>
      <p:pic>
        <p:nvPicPr>
          <p:cNvPr id="119" name="Picture 118" descr="A close up of a logo&#10;&#10;Description generated with high confidence">
            <a:extLst>
              <a:ext uri="{FF2B5EF4-FFF2-40B4-BE49-F238E27FC236}">
                <a16:creationId xmlns:a16="http://schemas.microsoft.com/office/drawing/2014/main" xmlns="" id="{010ABC1D-397B-4E80-B835-41FE8E1C8D5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89" y="4933233"/>
            <a:ext cx="227747" cy="227747"/>
          </a:xfrm>
          <a:prstGeom prst="rect">
            <a:avLst/>
          </a:prstGeom>
        </p:spPr>
      </p:pic>
      <p:pic>
        <p:nvPicPr>
          <p:cNvPr id="123" name="Picture 122" descr="A close up of a logo&#10;&#10;Description generated with high confidence">
            <a:extLst>
              <a:ext uri="{FF2B5EF4-FFF2-40B4-BE49-F238E27FC236}">
                <a16:creationId xmlns:a16="http://schemas.microsoft.com/office/drawing/2014/main" xmlns="" id="{FBB1E247-72DA-4861-BC11-13AC39F14AF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89" y="2883719"/>
            <a:ext cx="227747" cy="227747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xmlns="" id="{572E2529-AAD4-4C22-8440-57C8B07705C4}"/>
              </a:ext>
            </a:extLst>
          </p:cNvPr>
          <p:cNvSpPr/>
          <p:nvPr/>
        </p:nvSpPr>
        <p:spPr>
          <a:xfrm>
            <a:off x="1614908" y="5021851"/>
            <a:ext cx="10067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WLD SPN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xmlns="" id="{7FFDAD87-44A9-4AFD-9679-09F061A2704B}"/>
              </a:ext>
            </a:extLst>
          </p:cNvPr>
          <p:cNvSpPr/>
          <p:nvPr/>
        </p:nvSpPr>
        <p:spPr>
          <a:xfrm>
            <a:off x="1578170" y="3003744"/>
            <a:ext cx="10067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O365 ACCOUNT</a:t>
            </a:r>
          </a:p>
        </p:txBody>
      </p:sp>
      <p:sp>
        <p:nvSpPr>
          <p:cNvPr id="52" name="Rectángulo 23">
            <a:extLst>
              <a:ext uri="{FF2B5EF4-FFF2-40B4-BE49-F238E27FC236}">
                <a16:creationId xmlns:a16="http://schemas.microsoft.com/office/drawing/2014/main" xmlns="" id="{E4C12E7E-D4F0-4206-9CD2-7F5602FAEC68}"/>
              </a:ext>
            </a:extLst>
          </p:cNvPr>
          <p:cNvSpPr/>
          <p:nvPr/>
        </p:nvSpPr>
        <p:spPr>
          <a:xfrm>
            <a:off x="6303784" y="1945350"/>
            <a:ext cx="1721232" cy="76721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8" name="Imagen 10">
            <a:extLst>
              <a:ext uri="{FF2B5EF4-FFF2-40B4-BE49-F238E27FC236}">
                <a16:creationId xmlns:a16="http://schemas.microsoft.com/office/drawing/2014/main" xmlns="" id="{765CA1B7-8A9A-4C56-AA2A-22BF6ABC22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43" y="2991789"/>
            <a:ext cx="279942" cy="279942"/>
          </a:xfrm>
          <a:prstGeom prst="rect">
            <a:avLst/>
          </a:prstGeom>
        </p:spPr>
      </p:pic>
      <p:sp>
        <p:nvSpPr>
          <p:cNvPr id="56" name="Rectángulo 23">
            <a:extLst>
              <a:ext uri="{FF2B5EF4-FFF2-40B4-BE49-F238E27FC236}">
                <a16:creationId xmlns:a16="http://schemas.microsoft.com/office/drawing/2014/main" xmlns="" id="{E4C12E7E-D4F0-4206-9CD2-7F5602FAEC68}"/>
              </a:ext>
            </a:extLst>
          </p:cNvPr>
          <p:cNvSpPr/>
          <p:nvPr/>
        </p:nvSpPr>
        <p:spPr>
          <a:xfrm>
            <a:off x="5349248" y="3661354"/>
            <a:ext cx="2392296" cy="675009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CuadroTexto 13">
            <a:extLst>
              <a:ext uri="{FF2B5EF4-FFF2-40B4-BE49-F238E27FC236}">
                <a16:creationId xmlns:a16="http://schemas.microsoft.com/office/drawing/2014/main" xmlns="" id="{282527FB-8746-4A87-AFFC-287DFD254F2B}"/>
              </a:ext>
            </a:extLst>
          </p:cNvPr>
          <p:cNvSpPr txBox="1"/>
          <p:nvPr/>
        </p:nvSpPr>
        <p:spPr>
          <a:xfrm>
            <a:off x="6908882" y="2981518"/>
            <a:ext cx="2257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WLD_VNET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2039" y="3727990"/>
            <a:ext cx="495300" cy="485775"/>
          </a:xfrm>
          <a:prstGeom prst="rect">
            <a:avLst/>
          </a:prstGeom>
        </p:spPr>
      </p:pic>
      <p:cxnSp>
        <p:nvCxnSpPr>
          <p:cNvPr id="66" name="Straight Connector 20">
            <a:extLst>
              <a:ext uri="{FF2B5EF4-FFF2-40B4-BE49-F238E27FC236}">
                <a16:creationId xmlns:a16="http://schemas.microsoft.com/office/drawing/2014/main" xmlns="" id="{0456D49E-12E6-4CD5-9EE8-E5BA3C33AF4A}"/>
              </a:ext>
            </a:extLst>
          </p:cNvPr>
          <p:cNvCxnSpPr>
            <a:cxnSpLocks/>
          </p:cNvCxnSpPr>
          <p:nvPr/>
        </p:nvCxnSpPr>
        <p:spPr>
          <a:xfrm flipH="1" flipV="1">
            <a:off x="3982141" y="2359367"/>
            <a:ext cx="251710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96">
            <a:extLst>
              <a:ext uri="{FF2B5EF4-FFF2-40B4-BE49-F238E27FC236}">
                <a16:creationId xmlns:a16="http://schemas.microsoft.com/office/drawing/2014/main" xmlns="" id="{2F9EB189-380E-456D-B098-79F52799D57D}"/>
              </a:ext>
            </a:extLst>
          </p:cNvPr>
          <p:cNvGrpSpPr/>
          <p:nvPr/>
        </p:nvGrpSpPr>
        <p:grpSpPr>
          <a:xfrm>
            <a:off x="2685369" y="989460"/>
            <a:ext cx="481150" cy="481150"/>
            <a:chOff x="2200299" y="4558362"/>
            <a:chExt cx="481150" cy="481150"/>
          </a:xfrm>
        </p:grpSpPr>
        <p:pic>
          <p:nvPicPr>
            <p:cNvPr id="69" name="Imagen 97">
              <a:extLst>
                <a:ext uri="{FF2B5EF4-FFF2-40B4-BE49-F238E27FC236}">
                  <a16:creationId xmlns:a16="http://schemas.microsoft.com/office/drawing/2014/main" xmlns="" id="{922481A7-52D5-4FDD-BF57-51608EE27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99" y="4558362"/>
              <a:ext cx="481150" cy="48115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70" name="Picture 99">
              <a:extLst>
                <a:ext uri="{FF2B5EF4-FFF2-40B4-BE49-F238E27FC236}">
                  <a16:creationId xmlns:a16="http://schemas.microsoft.com/office/drawing/2014/main" xmlns="" id="{CC2CE8DE-64B4-44F3-B7B7-3166F45BF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26" y="4731278"/>
              <a:ext cx="320802" cy="168421"/>
            </a:xfrm>
            <a:prstGeom prst="rect">
              <a:avLst/>
            </a:prstGeom>
          </p:spPr>
        </p:pic>
      </p:grpSp>
      <p:sp>
        <p:nvSpPr>
          <p:cNvPr id="75" name="Oval 66">
            <a:extLst>
              <a:ext uri="{FF2B5EF4-FFF2-40B4-BE49-F238E27FC236}">
                <a16:creationId xmlns:a16="http://schemas.microsoft.com/office/drawing/2014/main" xmlns="" id="{7BF22451-0BBD-482A-8AD7-F607BB72E153}"/>
              </a:ext>
            </a:extLst>
          </p:cNvPr>
          <p:cNvSpPr/>
          <p:nvPr/>
        </p:nvSpPr>
        <p:spPr>
          <a:xfrm>
            <a:off x="5045410" y="3911370"/>
            <a:ext cx="129259" cy="134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112D1AB6-AD1D-4423-8A3E-0B7F9CBA9E3D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3166519" y="1228299"/>
            <a:ext cx="172633" cy="1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B6453B18-FDC5-42E8-BFB5-54AECFD08501}"/>
              </a:ext>
            </a:extLst>
          </p:cNvPr>
          <p:cNvCxnSpPr>
            <a:cxnSpLocks/>
          </p:cNvCxnSpPr>
          <p:nvPr/>
        </p:nvCxnSpPr>
        <p:spPr>
          <a:xfrm flipH="1">
            <a:off x="3320955" y="1228299"/>
            <a:ext cx="18197" cy="2750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512811AF-3C57-4EDA-AB59-787E5A811D3D}"/>
              </a:ext>
            </a:extLst>
          </p:cNvPr>
          <p:cNvCxnSpPr>
            <a:cxnSpLocks/>
            <a:endCxn id="75" idx="2"/>
          </p:cNvCxnSpPr>
          <p:nvPr/>
        </p:nvCxnSpPr>
        <p:spPr>
          <a:xfrm>
            <a:off x="3320955" y="3978546"/>
            <a:ext cx="1724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n 30">
            <a:extLst>
              <a:ext uri="{FF2B5EF4-FFF2-40B4-BE49-F238E27FC236}">
                <a16:creationId xmlns:a16="http://schemas.microsoft.com/office/drawing/2014/main" xmlns="" id="{569D1864-0298-4BBA-93C6-E9510D41E60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133" y="3831711"/>
            <a:ext cx="237953" cy="237953"/>
          </a:xfrm>
          <a:prstGeom prst="rect">
            <a:avLst/>
          </a:prstGeom>
        </p:spPr>
      </p:pic>
      <p:pic>
        <p:nvPicPr>
          <p:cNvPr id="55" name="Picture 2" descr="Resultado de imagen de app service environment icon v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342" y="4118886"/>
            <a:ext cx="385999" cy="3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Imagen 6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2107" y="3846576"/>
            <a:ext cx="468048" cy="416855"/>
          </a:xfrm>
          <a:prstGeom prst="rect">
            <a:avLst/>
          </a:prstGeom>
        </p:spPr>
      </p:pic>
      <p:sp>
        <p:nvSpPr>
          <p:cNvPr id="63" name="Rectangle 21">
            <a:extLst>
              <a:ext uri="{FF2B5EF4-FFF2-40B4-BE49-F238E27FC236}">
                <a16:creationId xmlns:a16="http://schemas.microsoft.com/office/drawing/2014/main" xmlns="" id="{50442DB7-CF98-4227-B316-E67A28601FD2}"/>
              </a:ext>
            </a:extLst>
          </p:cNvPr>
          <p:cNvSpPr/>
          <p:nvPr/>
        </p:nvSpPr>
        <p:spPr>
          <a:xfrm>
            <a:off x="5873407" y="3659392"/>
            <a:ext cx="111963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/>
              <a:t>Azure Functions Apps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566998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A5E4F986F62E4E9427F30B20D2FFC6" ma:contentTypeVersion="16" ma:contentTypeDescription="Create a new document." ma:contentTypeScope="" ma:versionID="eabe24553a6c8f53033a01a01358557e">
  <xsd:schema xmlns:xsd="http://www.w3.org/2001/XMLSchema" xmlns:xs="http://www.w3.org/2001/XMLSchema" xmlns:p="http://schemas.microsoft.com/office/2006/metadata/properties" xmlns:ns2="c49722af-21ed-4ce1-a787-063fcc632a69" xmlns:ns3="7d97ce5f-88ad-46ad-a296-429e247abb5a" targetNamespace="http://schemas.microsoft.com/office/2006/metadata/properties" ma:root="true" ma:fieldsID="f99f45b6ac2abb5b4f8781599233d292" ns2:_="" ns3:_="">
    <xsd:import namespace="c49722af-21ed-4ce1-a787-063fcc632a69"/>
    <xsd:import namespace="7d97ce5f-88ad-46ad-a296-429e247abb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722af-21ed-4ce1-a787-063fcc632a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7ce5f-88ad-46ad-a296-429e247abb5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b80491c1-b099-4825-8178-1d763a31cbc1}" ma:internalName="TaxCatchAll" ma:showField="CatchAllData" ma:web="7d97ce5f-88ad-46ad-a296-429e247abb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722af-21ed-4ce1-a787-063fcc632a69">
      <Terms xmlns="http://schemas.microsoft.com/office/infopath/2007/PartnerControls"/>
    </lcf76f155ced4ddcb4097134ff3c332f>
    <TaxCatchAll xmlns="7d97ce5f-88ad-46ad-a296-429e247abb5a" xsi:nil="true"/>
  </documentManagement>
</p:properties>
</file>

<file path=customXml/itemProps1.xml><?xml version="1.0" encoding="utf-8"?>
<ds:datastoreItem xmlns:ds="http://schemas.openxmlformats.org/officeDocument/2006/customXml" ds:itemID="{19DEE65B-9AF0-412C-82AD-EB1A07CEBBB6}"/>
</file>

<file path=customXml/itemProps2.xml><?xml version="1.0" encoding="utf-8"?>
<ds:datastoreItem xmlns:ds="http://schemas.openxmlformats.org/officeDocument/2006/customXml" ds:itemID="{08B27845-59DD-49EB-8786-1F6216F2B9AD}"/>
</file>

<file path=customXml/itemProps3.xml><?xml version="1.0" encoding="utf-8"?>
<ds:datastoreItem xmlns:ds="http://schemas.openxmlformats.org/officeDocument/2006/customXml" ds:itemID="{064EF257-0618-4552-81A4-00B039DCFEC1}"/>
</file>

<file path=docProps/app.xml><?xml version="1.0" encoding="utf-8"?>
<Properties xmlns="http://schemas.openxmlformats.org/officeDocument/2006/extended-properties" xmlns:vt="http://schemas.openxmlformats.org/officeDocument/2006/docPropsVTypes">
  <TotalTime>4162</TotalTime>
  <Words>83</Words>
  <Application>Microsoft Office PowerPoint</Application>
  <PresentationFormat>Panorámica</PresentationFormat>
  <Paragraphs>30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Tema de Office</vt:lpstr>
      <vt:lpstr>Architecture Diagram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 Dios Barbero Ruben</dc:creator>
  <cp:lastModifiedBy>SAEZ FERNANDEZ,ISRAEL</cp:lastModifiedBy>
  <cp:revision>44</cp:revision>
  <dcterms:created xsi:type="dcterms:W3CDTF">2019-04-24T09:24:35Z</dcterms:created>
  <dcterms:modified xsi:type="dcterms:W3CDTF">2020-02-12T08:53:07Z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iteId">
    <vt:lpwstr>35595a02-4d6d-44ac-99e1-f9ab4cd872db</vt:lpwstr>
  </property>
  <property fmtid="{D5CDD505-2E9C-101B-9397-08002B2CF9AE}" pid="4" name="MSIP_Label_0c2abd79-57a9-4473-8700-c843f76a1e37_Owner">
    <vt:lpwstr>x280853@es.produban.com</vt:lpwstr>
  </property>
  <property fmtid="{D5CDD505-2E9C-101B-9397-08002B2CF9AE}" pid="5" name="MSIP_Label_0c2abd79-57a9-4473-8700-c843f76a1e37_SetDate">
    <vt:lpwstr>2020-02-11T15:22:23.1267394Z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Application">
    <vt:lpwstr>Microsoft Azure Information Protection</vt:lpwstr>
  </property>
  <property fmtid="{D5CDD505-2E9C-101B-9397-08002B2CF9AE}" pid="8" name="MSIP_Label_0c2abd79-57a9-4473-8700-c843f76a1e37_ActionId">
    <vt:lpwstr>7c336d89-cafa-43cc-accc-17a8721c4e03</vt:lpwstr>
  </property>
  <property fmtid="{D5CDD505-2E9C-101B-9397-08002B2CF9AE}" pid="9" name="MSIP_Label_0c2abd79-57a9-4473-8700-c843f76a1e37_Extended_MSFT_Method">
    <vt:lpwstr>Manual</vt:lpwstr>
  </property>
  <property fmtid="{D5CDD505-2E9C-101B-9397-08002B2CF9AE}" pid="10" name="Sensitivity">
    <vt:lpwstr>Internal</vt:lpwstr>
  </property>
  <property fmtid="{D5CDD505-2E9C-101B-9397-08002B2CF9AE}" pid="11" name="ContentTypeId">
    <vt:lpwstr>0x01010022A5E4F986F62E4E9427F30B20D2FFC6</vt:lpwstr>
  </property>
</Properties>
</file>